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2DEA80-61DB-45BC-A116-82F97F0F406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F53382E-8AED-4C6E-983D-F9675272A718}">
      <dgm:prSet/>
      <dgm:spPr/>
      <dgm:t>
        <a:bodyPr/>
        <a:lstStyle/>
        <a:p>
          <a:r>
            <a:rPr lang="en-US"/>
            <a:t>Systempartner für Medizintechnik</a:t>
          </a:r>
        </a:p>
      </dgm:t>
    </dgm:pt>
    <dgm:pt modelId="{4AE9E7D4-E77F-4ECB-B02D-3505BEC8A16B}" type="parTrans" cxnId="{B1A85AD5-77E2-4272-B1D0-F842138280E4}">
      <dgm:prSet/>
      <dgm:spPr/>
      <dgm:t>
        <a:bodyPr/>
        <a:lstStyle/>
        <a:p>
          <a:endParaRPr lang="en-US"/>
        </a:p>
      </dgm:t>
    </dgm:pt>
    <dgm:pt modelId="{D4D52638-D3A2-442A-B905-5C34F05BA3D6}" type="sibTrans" cxnId="{B1A85AD5-77E2-4272-B1D0-F842138280E4}">
      <dgm:prSet/>
      <dgm:spPr/>
      <dgm:t>
        <a:bodyPr/>
        <a:lstStyle/>
        <a:p>
          <a:endParaRPr lang="en-US"/>
        </a:p>
      </dgm:t>
    </dgm:pt>
    <dgm:pt modelId="{5053FD94-2BDE-473C-9DCF-EEF0016B5867}">
      <dgm:prSet/>
      <dgm:spPr/>
      <dgm:t>
        <a:bodyPr/>
        <a:lstStyle/>
        <a:p>
          <a:r>
            <a:rPr lang="en-US"/>
            <a:t>Innovative Verbindungslösungen &amp; mechatronische Systeme</a:t>
          </a:r>
        </a:p>
      </dgm:t>
    </dgm:pt>
    <dgm:pt modelId="{E6D81AB0-1D4A-4BD1-9F4F-99D8E2E54A10}" type="parTrans" cxnId="{820BEBAA-A113-423F-94BF-4F4EDEB54932}">
      <dgm:prSet/>
      <dgm:spPr/>
      <dgm:t>
        <a:bodyPr/>
        <a:lstStyle/>
        <a:p>
          <a:endParaRPr lang="en-US"/>
        </a:p>
      </dgm:t>
    </dgm:pt>
    <dgm:pt modelId="{A86DCFC6-4847-4FB9-8845-75DE9B3937DA}" type="sibTrans" cxnId="{820BEBAA-A113-423F-94BF-4F4EDEB54932}">
      <dgm:prSet/>
      <dgm:spPr/>
      <dgm:t>
        <a:bodyPr/>
        <a:lstStyle/>
        <a:p>
          <a:endParaRPr lang="en-US"/>
        </a:p>
      </dgm:t>
    </dgm:pt>
    <dgm:pt modelId="{9857D63D-7D0E-42F5-9AAF-1B1E3BB1F7C6}">
      <dgm:prSet/>
      <dgm:spPr/>
      <dgm:t>
        <a:bodyPr/>
        <a:lstStyle/>
        <a:p>
          <a:r>
            <a:rPr lang="en-US"/>
            <a:t>Website: https://nicolay.de/</a:t>
          </a:r>
        </a:p>
      </dgm:t>
    </dgm:pt>
    <dgm:pt modelId="{2CE50534-1906-4906-936A-70DB1B920286}" type="parTrans" cxnId="{DDDABA45-A8CF-4B54-A55C-FD9FF283E48F}">
      <dgm:prSet/>
      <dgm:spPr/>
      <dgm:t>
        <a:bodyPr/>
        <a:lstStyle/>
        <a:p>
          <a:endParaRPr lang="en-US"/>
        </a:p>
      </dgm:t>
    </dgm:pt>
    <dgm:pt modelId="{01D356E4-0F7A-4D93-88B8-CE58BF64F65B}" type="sibTrans" cxnId="{DDDABA45-A8CF-4B54-A55C-FD9FF283E48F}">
      <dgm:prSet/>
      <dgm:spPr/>
      <dgm:t>
        <a:bodyPr/>
        <a:lstStyle/>
        <a:p>
          <a:endParaRPr lang="en-US"/>
        </a:p>
      </dgm:t>
    </dgm:pt>
    <dgm:pt modelId="{3B124BCD-70E9-4517-AFE6-0116B831CE9E}" type="pres">
      <dgm:prSet presAssocID="{972DEA80-61DB-45BC-A116-82F97F0F4061}" presName="root" presStyleCnt="0">
        <dgm:presLayoutVars>
          <dgm:dir/>
          <dgm:resizeHandles val="exact"/>
        </dgm:presLayoutVars>
      </dgm:prSet>
      <dgm:spPr/>
    </dgm:pt>
    <dgm:pt modelId="{AD857EA9-C7F6-4029-9EB5-867F68DECC1A}" type="pres">
      <dgm:prSet presAssocID="{4F53382E-8AED-4C6E-983D-F9675272A718}" presName="compNode" presStyleCnt="0"/>
      <dgm:spPr/>
    </dgm:pt>
    <dgm:pt modelId="{7D974A4C-C676-4598-B77B-8B6F422706F9}" type="pres">
      <dgm:prSet presAssocID="{4F53382E-8AED-4C6E-983D-F9675272A7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kop"/>
        </a:ext>
      </dgm:extLst>
    </dgm:pt>
    <dgm:pt modelId="{CAE482CC-9601-4334-85EC-48B6E5D3F0A7}" type="pres">
      <dgm:prSet presAssocID="{4F53382E-8AED-4C6E-983D-F9675272A718}" presName="spaceRect" presStyleCnt="0"/>
      <dgm:spPr/>
    </dgm:pt>
    <dgm:pt modelId="{CD83A26B-2FC1-47EF-9485-5B547F7935A5}" type="pres">
      <dgm:prSet presAssocID="{4F53382E-8AED-4C6E-983D-F9675272A718}" presName="textRect" presStyleLbl="revTx" presStyleIdx="0" presStyleCnt="3">
        <dgm:presLayoutVars>
          <dgm:chMax val="1"/>
          <dgm:chPref val="1"/>
        </dgm:presLayoutVars>
      </dgm:prSet>
      <dgm:spPr/>
    </dgm:pt>
    <dgm:pt modelId="{E6E1404F-865B-49F3-995C-E7A629DD39BC}" type="pres">
      <dgm:prSet presAssocID="{D4D52638-D3A2-442A-B905-5C34F05BA3D6}" presName="sibTrans" presStyleCnt="0"/>
      <dgm:spPr/>
    </dgm:pt>
    <dgm:pt modelId="{B7B56738-1F6F-4C1B-88D1-7EBFAD7238EC}" type="pres">
      <dgm:prSet presAssocID="{5053FD94-2BDE-473C-9DCF-EEF0016B5867}" presName="compNode" presStyleCnt="0"/>
      <dgm:spPr/>
    </dgm:pt>
    <dgm:pt modelId="{AFBF391D-D775-4121-8FF2-EEEE2178E232}" type="pres">
      <dgm:prSet presAssocID="{5053FD94-2BDE-473C-9DCF-EEF0016B58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D2AB8D9D-3671-45D1-877A-F07382CA24F8}" type="pres">
      <dgm:prSet presAssocID="{5053FD94-2BDE-473C-9DCF-EEF0016B5867}" presName="spaceRect" presStyleCnt="0"/>
      <dgm:spPr/>
    </dgm:pt>
    <dgm:pt modelId="{0FC8AD83-ECFF-44F3-87AD-782686E5CC15}" type="pres">
      <dgm:prSet presAssocID="{5053FD94-2BDE-473C-9DCF-EEF0016B5867}" presName="textRect" presStyleLbl="revTx" presStyleIdx="1" presStyleCnt="3">
        <dgm:presLayoutVars>
          <dgm:chMax val="1"/>
          <dgm:chPref val="1"/>
        </dgm:presLayoutVars>
      </dgm:prSet>
      <dgm:spPr/>
    </dgm:pt>
    <dgm:pt modelId="{6433D6DF-66C9-44A1-B6EE-94FCCE2EF7C4}" type="pres">
      <dgm:prSet presAssocID="{A86DCFC6-4847-4FB9-8845-75DE9B3937DA}" presName="sibTrans" presStyleCnt="0"/>
      <dgm:spPr/>
    </dgm:pt>
    <dgm:pt modelId="{C3AEA461-31EB-4DC2-93D1-E701554EC1CB}" type="pres">
      <dgm:prSet presAssocID="{9857D63D-7D0E-42F5-9AAF-1B1E3BB1F7C6}" presName="compNode" presStyleCnt="0"/>
      <dgm:spPr/>
    </dgm:pt>
    <dgm:pt modelId="{A17B07DE-984E-4096-850A-7E3922524E67}" type="pres">
      <dgm:prSet presAssocID="{9857D63D-7D0E-42F5-9AAF-1B1E3BB1F7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3A8027F-F83B-4476-9EB5-B0BBC8ED204B}" type="pres">
      <dgm:prSet presAssocID="{9857D63D-7D0E-42F5-9AAF-1B1E3BB1F7C6}" presName="spaceRect" presStyleCnt="0"/>
      <dgm:spPr/>
    </dgm:pt>
    <dgm:pt modelId="{1096BC0E-9C16-4A8D-8561-E62CD5CFBAA4}" type="pres">
      <dgm:prSet presAssocID="{9857D63D-7D0E-42F5-9AAF-1B1E3BB1F7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59A8A13-5378-405D-A766-EB04ACEFFAAB}" type="presOf" srcId="{972DEA80-61DB-45BC-A116-82F97F0F4061}" destId="{3B124BCD-70E9-4517-AFE6-0116B831CE9E}" srcOrd="0" destOrd="0" presId="urn:microsoft.com/office/officeart/2018/2/layout/IconLabelList"/>
    <dgm:cxn modelId="{DDDABA45-A8CF-4B54-A55C-FD9FF283E48F}" srcId="{972DEA80-61DB-45BC-A116-82F97F0F4061}" destId="{9857D63D-7D0E-42F5-9AAF-1B1E3BB1F7C6}" srcOrd="2" destOrd="0" parTransId="{2CE50534-1906-4906-936A-70DB1B920286}" sibTransId="{01D356E4-0F7A-4D93-88B8-CE58BF64F65B}"/>
    <dgm:cxn modelId="{D6A61671-53A8-424E-AA1E-927A4FED66F5}" type="presOf" srcId="{5053FD94-2BDE-473C-9DCF-EEF0016B5867}" destId="{0FC8AD83-ECFF-44F3-87AD-782686E5CC15}" srcOrd="0" destOrd="0" presId="urn:microsoft.com/office/officeart/2018/2/layout/IconLabelList"/>
    <dgm:cxn modelId="{820BEBAA-A113-423F-94BF-4F4EDEB54932}" srcId="{972DEA80-61DB-45BC-A116-82F97F0F4061}" destId="{5053FD94-2BDE-473C-9DCF-EEF0016B5867}" srcOrd="1" destOrd="0" parTransId="{E6D81AB0-1D4A-4BD1-9F4F-99D8E2E54A10}" sibTransId="{A86DCFC6-4847-4FB9-8845-75DE9B3937DA}"/>
    <dgm:cxn modelId="{598D1CB1-AD42-40F2-AC37-13E17F2B7FCE}" type="presOf" srcId="{9857D63D-7D0E-42F5-9AAF-1B1E3BB1F7C6}" destId="{1096BC0E-9C16-4A8D-8561-E62CD5CFBAA4}" srcOrd="0" destOrd="0" presId="urn:microsoft.com/office/officeart/2018/2/layout/IconLabelList"/>
    <dgm:cxn modelId="{C91D92D1-2CF6-4AE7-BA7F-655F04D881C0}" type="presOf" srcId="{4F53382E-8AED-4C6E-983D-F9675272A718}" destId="{CD83A26B-2FC1-47EF-9485-5B547F7935A5}" srcOrd="0" destOrd="0" presId="urn:microsoft.com/office/officeart/2018/2/layout/IconLabelList"/>
    <dgm:cxn modelId="{B1A85AD5-77E2-4272-B1D0-F842138280E4}" srcId="{972DEA80-61DB-45BC-A116-82F97F0F4061}" destId="{4F53382E-8AED-4C6E-983D-F9675272A718}" srcOrd="0" destOrd="0" parTransId="{4AE9E7D4-E77F-4ECB-B02D-3505BEC8A16B}" sibTransId="{D4D52638-D3A2-442A-B905-5C34F05BA3D6}"/>
    <dgm:cxn modelId="{9CE4ACA3-96F0-4F01-9542-3F5E41F42C5E}" type="presParOf" srcId="{3B124BCD-70E9-4517-AFE6-0116B831CE9E}" destId="{AD857EA9-C7F6-4029-9EB5-867F68DECC1A}" srcOrd="0" destOrd="0" presId="urn:microsoft.com/office/officeart/2018/2/layout/IconLabelList"/>
    <dgm:cxn modelId="{2F075899-C8D6-46EF-B508-D4BDC955BF7F}" type="presParOf" srcId="{AD857EA9-C7F6-4029-9EB5-867F68DECC1A}" destId="{7D974A4C-C676-4598-B77B-8B6F422706F9}" srcOrd="0" destOrd="0" presId="urn:microsoft.com/office/officeart/2018/2/layout/IconLabelList"/>
    <dgm:cxn modelId="{39D8AC76-E9CD-4368-9BB7-5F8955318FD5}" type="presParOf" srcId="{AD857EA9-C7F6-4029-9EB5-867F68DECC1A}" destId="{CAE482CC-9601-4334-85EC-48B6E5D3F0A7}" srcOrd="1" destOrd="0" presId="urn:microsoft.com/office/officeart/2018/2/layout/IconLabelList"/>
    <dgm:cxn modelId="{38614E66-4745-4A99-B75B-0E7DA13108BA}" type="presParOf" srcId="{AD857EA9-C7F6-4029-9EB5-867F68DECC1A}" destId="{CD83A26B-2FC1-47EF-9485-5B547F7935A5}" srcOrd="2" destOrd="0" presId="urn:microsoft.com/office/officeart/2018/2/layout/IconLabelList"/>
    <dgm:cxn modelId="{DD4A5944-B2D6-4613-AD04-0155CBE10443}" type="presParOf" srcId="{3B124BCD-70E9-4517-AFE6-0116B831CE9E}" destId="{E6E1404F-865B-49F3-995C-E7A629DD39BC}" srcOrd="1" destOrd="0" presId="urn:microsoft.com/office/officeart/2018/2/layout/IconLabelList"/>
    <dgm:cxn modelId="{A1EF1814-92E1-41D9-A033-3924CC6EED7F}" type="presParOf" srcId="{3B124BCD-70E9-4517-AFE6-0116B831CE9E}" destId="{B7B56738-1F6F-4C1B-88D1-7EBFAD7238EC}" srcOrd="2" destOrd="0" presId="urn:microsoft.com/office/officeart/2018/2/layout/IconLabelList"/>
    <dgm:cxn modelId="{ACA5C29E-8F46-46B8-92E5-80DDAE12F495}" type="presParOf" srcId="{B7B56738-1F6F-4C1B-88D1-7EBFAD7238EC}" destId="{AFBF391D-D775-4121-8FF2-EEEE2178E232}" srcOrd="0" destOrd="0" presId="urn:microsoft.com/office/officeart/2018/2/layout/IconLabelList"/>
    <dgm:cxn modelId="{F4E603A2-7A70-4AAF-808A-F92AEA69BFC5}" type="presParOf" srcId="{B7B56738-1F6F-4C1B-88D1-7EBFAD7238EC}" destId="{D2AB8D9D-3671-45D1-877A-F07382CA24F8}" srcOrd="1" destOrd="0" presId="urn:microsoft.com/office/officeart/2018/2/layout/IconLabelList"/>
    <dgm:cxn modelId="{86D96798-7A55-4F20-B273-FEC30D269F68}" type="presParOf" srcId="{B7B56738-1F6F-4C1B-88D1-7EBFAD7238EC}" destId="{0FC8AD83-ECFF-44F3-87AD-782686E5CC15}" srcOrd="2" destOrd="0" presId="urn:microsoft.com/office/officeart/2018/2/layout/IconLabelList"/>
    <dgm:cxn modelId="{1B10565D-6024-4A11-8DF3-FAC30E93ECCE}" type="presParOf" srcId="{3B124BCD-70E9-4517-AFE6-0116B831CE9E}" destId="{6433D6DF-66C9-44A1-B6EE-94FCCE2EF7C4}" srcOrd="3" destOrd="0" presId="urn:microsoft.com/office/officeart/2018/2/layout/IconLabelList"/>
    <dgm:cxn modelId="{DA1F17AA-3DB4-4903-9596-B62394B9BF69}" type="presParOf" srcId="{3B124BCD-70E9-4517-AFE6-0116B831CE9E}" destId="{C3AEA461-31EB-4DC2-93D1-E701554EC1CB}" srcOrd="4" destOrd="0" presId="urn:microsoft.com/office/officeart/2018/2/layout/IconLabelList"/>
    <dgm:cxn modelId="{7F47FD66-D594-4308-A4A0-A170C1AA100C}" type="presParOf" srcId="{C3AEA461-31EB-4DC2-93D1-E701554EC1CB}" destId="{A17B07DE-984E-4096-850A-7E3922524E67}" srcOrd="0" destOrd="0" presId="urn:microsoft.com/office/officeart/2018/2/layout/IconLabelList"/>
    <dgm:cxn modelId="{58780867-0D91-4120-A8CA-1008863E7FFB}" type="presParOf" srcId="{C3AEA461-31EB-4DC2-93D1-E701554EC1CB}" destId="{E3A8027F-F83B-4476-9EB5-B0BBC8ED204B}" srcOrd="1" destOrd="0" presId="urn:microsoft.com/office/officeart/2018/2/layout/IconLabelList"/>
    <dgm:cxn modelId="{F44976DA-EF74-4694-936C-569EAEE6B326}" type="presParOf" srcId="{C3AEA461-31EB-4DC2-93D1-E701554EC1CB}" destId="{1096BC0E-9C16-4A8D-8561-E62CD5CFBAA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E21E0C-7525-445F-BC54-C61BD7EBE4C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470F9D2-9C1E-4DB7-BEEC-8FA4AF360A66}">
      <dgm:prSet/>
      <dgm:spPr/>
      <dgm:t>
        <a:bodyPr/>
        <a:lstStyle/>
        <a:p>
          <a:pPr>
            <a:defRPr cap="all"/>
          </a:pPr>
          <a:r>
            <a:rPr lang="en-US"/>
            <a:t>Konfigurierbare EKG/EEG Kabelsysteme</a:t>
          </a:r>
        </a:p>
      </dgm:t>
    </dgm:pt>
    <dgm:pt modelId="{503CC126-00EB-43FA-97B7-7C2FA75AAA78}" type="parTrans" cxnId="{81DBD768-06F9-4C5A-8DB6-705F93F6EBB4}">
      <dgm:prSet/>
      <dgm:spPr/>
      <dgm:t>
        <a:bodyPr/>
        <a:lstStyle/>
        <a:p>
          <a:endParaRPr lang="en-US"/>
        </a:p>
      </dgm:t>
    </dgm:pt>
    <dgm:pt modelId="{78740C8A-837B-4022-BFE0-3499C53AE55C}" type="sibTrans" cxnId="{81DBD768-06F9-4C5A-8DB6-705F93F6EBB4}">
      <dgm:prSet/>
      <dgm:spPr/>
      <dgm:t>
        <a:bodyPr/>
        <a:lstStyle/>
        <a:p>
          <a:endParaRPr lang="en-US"/>
        </a:p>
      </dgm:t>
    </dgm:pt>
    <dgm:pt modelId="{48B5EE4A-6F2D-4E40-A3B9-1DEE30E70F01}">
      <dgm:prSet/>
      <dgm:spPr/>
      <dgm:t>
        <a:bodyPr/>
        <a:lstStyle/>
        <a:p>
          <a:pPr>
            <a:defRPr cap="all"/>
          </a:pPr>
          <a:r>
            <a:rPr lang="en-US"/>
            <a:t>HF-Chirurgie OEM-Lösungen</a:t>
          </a:r>
        </a:p>
      </dgm:t>
    </dgm:pt>
    <dgm:pt modelId="{85B712E2-DD8A-4C0E-A180-8DBE84005FBB}" type="parTrans" cxnId="{7D86682E-3A37-4567-81C9-653EAEAACC3D}">
      <dgm:prSet/>
      <dgm:spPr/>
      <dgm:t>
        <a:bodyPr/>
        <a:lstStyle/>
        <a:p>
          <a:endParaRPr lang="en-US"/>
        </a:p>
      </dgm:t>
    </dgm:pt>
    <dgm:pt modelId="{4AF4DFAB-4EA1-4315-A048-ACA13D581DD2}" type="sibTrans" cxnId="{7D86682E-3A37-4567-81C9-653EAEAACC3D}">
      <dgm:prSet/>
      <dgm:spPr/>
      <dgm:t>
        <a:bodyPr/>
        <a:lstStyle/>
        <a:p>
          <a:endParaRPr lang="en-US"/>
        </a:p>
      </dgm:t>
    </dgm:pt>
    <dgm:pt modelId="{198ED615-08D8-4A95-9CB7-98416091B5A8}">
      <dgm:prSet/>
      <dgm:spPr/>
      <dgm:t>
        <a:bodyPr/>
        <a:lstStyle/>
        <a:p>
          <a:pPr>
            <a:defRPr cap="all"/>
          </a:pPr>
          <a:r>
            <a:rPr lang="en-US"/>
            <a:t>Adaptierbare Steckverbinder</a:t>
          </a:r>
        </a:p>
      </dgm:t>
    </dgm:pt>
    <dgm:pt modelId="{5107F43D-E156-410D-9B40-D36F5D873AB0}" type="parTrans" cxnId="{E961D0A3-11AC-4237-A54B-2E0207C0912E}">
      <dgm:prSet/>
      <dgm:spPr/>
      <dgm:t>
        <a:bodyPr/>
        <a:lstStyle/>
        <a:p>
          <a:endParaRPr lang="en-US"/>
        </a:p>
      </dgm:t>
    </dgm:pt>
    <dgm:pt modelId="{99A1F579-7263-414C-8EAB-F175755AD9E1}" type="sibTrans" cxnId="{E961D0A3-11AC-4237-A54B-2E0207C0912E}">
      <dgm:prSet/>
      <dgm:spPr/>
      <dgm:t>
        <a:bodyPr/>
        <a:lstStyle/>
        <a:p>
          <a:endParaRPr lang="en-US"/>
        </a:p>
      </dgm:t>
    </dgm:pt>
    <dgm:pt modelId="{0BAF9D3A-8E49-4FD1-A116-D29EE87E116A}">
      <dgm:prSet/>
      <dgm:spPr/>
      <dgm:t>
        <a:bodyPr/>
        <a:lstStyle/>
        <a:p>
          <a:pPr>
            <a:defRPr cap="all"/>
          </a:pPr>
          <a:r>
            <a:rPr lang="en-US"/>
            <a:t>Produktwelt: https://nicolay.de/produkte/</a:t>
          </a:r>
        </a:p>
      </dgm:t>
    </dgm:pt>
    <dgm:pt modelId="{845DBA35-5333-4B4C-AC2A-0D4AA7371890}" type="parTrans" cxnId="{AF88F9D4-5B57-4B34-9D10-1CAE47C9D68C}">
      <dgm:prSet/>
      <dgm:spPr/>
      <dgm:t>
        <a:bodyPr/>
        <a:lstStyle/>
        <a:p>
          <a:endParaRPr lang="en-US"/>
        </a:p>
      </dgm:t>
    </dgm:pt>
    <dgm:pt modelId="{22C546A8-C10A-4E7C-90C6-FF7C468BDC4A}" type="sibTrans" cxnId="{AF88F9D4-5B57-4B34-9D10-1CAE47C9D68C}">
      <dgm:prSet/>
      <dgm:spPr/>
      <dgm:t>
        <a:bodyPr/>
        <a:lstStyle/>
        <a:p>
          <a:endParaRPr lang="en-US"/>
        </a:p>
      </dgm:t>
    </dgm:pt>
    <dgm:pt modelId="{FF6AAB2E-C420-4A28-A698-9E6809EEAA62}" type="pres">
      <dgm:prSet presAssocID="{BFE21E0C-7525-445F-BC54-C61BD7EBE4C9}" presName="root" presStyleCnt="0">
        <dgm:presLayoutVars>
          <dgm:dir/>
          <dgm:resizeHandles val="exact"/>
        </dgm:presLayoutVars>
      </dgm:prSet>
      <dgm:spPr/>
    </dgm:pt>
    <dgm:pt modelId="{B5306109-6AE8-4F5E-85D7-5D59D79996BE}" type="pres">
      <dgm:prSet presAssocID="{C470F9D2-9C1E-4DB7-BEEC-8FA4AF360A66}" presName="compNode" presStyleCnt="0"/>
      <dgm:spPr/>
    </dgm:pt>
    <dgm:pt modelId="{B6BCBE2A-CF3D-46A5-AE4B-49143D808805}" type="pres">
      <dgm:prSet presAssocID="{C470F9D2-9C1E-4DB7-BEEC-8FA4AF360A6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0D6D9E2-E0BA-4E01-BB23-9CA415877F05}" type="pres">
      <dgm:prSet presAssocID="{C470F9D2-9C1E-4DB7-BEEC-8FA4AF360A6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ztöne"/>
        </a:ext>
      </dgm:extLst>
    </dgm:pt>
    <dgm:pt modelId="{B355B381-383A-4F2B-AEFA-8F9CAF02CB3D}" type="pres">
      <dgm:prSet presAssocID="{C470F9D2-9C1E-4DB7-BEEC-8FA4AF360A66}" presName="spaceRect" presStyleCnt="0"/>
      <dgm:spPr/>
    </dgm:pt>
    <dgm:pt modelId="{6E8F7A93-B53D-4C89-A19E-BFC41FED1E2C}" type="pres">
      <dgm:prSet presAssocID="{C470F9D2-9C1E-4DB7-BEEC-8FA4AF360A66}" presName="textRect" presStyleLbl="revTx" presStyleIdx="0" presStyleCnt="4">
        <dgm:presLayoutVars>
          <dgm:chMax val="1"/>
          <dgm:chPref val="1"/>
        </dgm:presLayoutVars>
      </dgm:prSet>
      <dgm:spPr/>
    </dgm:pt>
    <dgm:pt modelId="{F212F801-9F89-4959-B627-CFCEFE8EA3B1}" type="pres">
      <dgm:prSet presAssocID="{78740C8A-837B-4022-BFE0-3499C53AE55C}" presName="sibTrans" presStyleCnt="0"/>
      <dgm:spPr/>
    </dgm:pt>
    <dgm:pt modelId="{CD64FD3A-160B-4A82-9C31-2130B353A1B7}" type="pres">
      <dgm:prSet presAssocID="{48B5EE4A-6F2D-4E40-A3B9-1DEE30E70F01}" presName="compNode" presStyleCnt="0"/>
      <dgm:spPr/>
    </dgm:pt>
    <dgm:pt modelId="{3378F069-C3D9-4950-8856-5BF72BAACF49}" type="pres">
      <dgm:prSet presAssocID="{48B5EE4A-6F2D-4E40-A3B9-1DEE30E70F01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8A569D2-4DA4-4CFC-9270-366B9C0CCF90}" type="pres">
      <dgm:prSet presAssocID="{48B5EE4A-6F2D-4E40-A3B9-1DEE30E70F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E4C4741F-9C5B-4B68-B588-92999F4375BD}" type="pres">
      <dgm:prSet presAssocID="{48B5EE4A-6F2D-4E40-A3B9-1DEE30E70F01}" presName="spaceRect" presStyleCnt="0"/>
      <dgm:spPr/>
    </dgm:pt>
    <dgm:pt modelId="{F9407DEC-4981-454F-850F-DDCE7B0D9C7E}" type="pres">
      <dgm:prSet presAssocID="{48B5EE4A-6F2D-4E40-A3B9-1DEE30E70F01}" presName="textRect" presStyleLbl="revTx" presStyleIdx="1" presStyleCnt="4">
        <dgm:presLayoutVars>
          <dgm:chMax val="1"/>
          <dgm:chPref val="1"/>
        </dgm:presLayoutVars>
      </dgm:prSet>
      <dgm:spPr/>
    </dgm:pt>
    <dgm:pt modelId="{4297DECA-5282-47EA-8865-EB70296768D4}" type="pres">
      <dgm:prSet presAssocID="{4AF4DFAB-4EA1-4315-A048-ACA13D581DD2}" presName="sibTrans" presStyleCnt="0"/>
      <dgm:spPr/>
    </dgm:pt>
    <dgm:pt modelId="{CBD670B5-4CC8-4BC4-B84E-F14853EEE4AB}" type="pres">
      <dgm:prSet presAssocID="{198ED615-08D8-4A95-9CB7-98416091B5A8}" presName="compNode" presStyleCnt="0"/>
      <dgm:spPr/>
    </dgm:pt>
    <dgm:pt modelId="{811EC267-4EA0-499F-A220-8F8F2FB7EE6D}" type="pres">
      <dgm:prSet presAssocID="{198ED615-08D8-4A95-9CB7-98416091B5A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B67A812-5D2A-47B6-AD79-D6BF44D99E0C}" type="pres">
      <dgm:prSet presAssocID="{198ED615-08D8-4A95-9CB7-98416091B5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2DEB851D-E452-4082-AFC8-094864A17454}" type="pres">
      <dgm:prSet presAssocID="{198ED615-08D8-4A95-9CB7-98416091B5A8}" presName="spaceRect" presStyleCnt="0"/>
      <dgm:spPr/>
    </dgm:pt>
    <dgm:pt modelId="{813B261B-A365-4492-A301-0CEE9086C32B}" type="pres">
      <dgm:prSet presAssocID="{198ED615-08D8-4A95-9CB7-98416091B5A8}" presName="textRect" presStyleLbl="revTx" presStyleIdx="2" presStyleCnt="4">
        <dgm:presLayoutVars>
          <dgm:chMax val="1"/>
          <dgm:chPref val="1"/>
        </dgm:presLayoutVars>
      </dgm:prSet>
      <dgm:spPr/>
    </dgm:pt>
    <dgm:pt modelId="{D7A03474-6344-468D-B5B2-9EEC6434F120}" type="pres">
      <dgm:prSet presAssocID="{99A1F579-7263-414C-8EAB-F175755AD9E1}" presName="sibTrans" presStyleCnt="0"/>
      <dgm:spPr/>
    </dgm:pt>
    <dgm:pt modelId="{4EE0CE38-83A2-44FA-945A-B7B9BA69E654}" type="pres">
      <dgm:prSet presAssocID="{0BAF9D3A-8E49-4FD1-A116-D29EE87E116A}" presName="compNode" presStyleCnt="0"/>
      <dgm:spPr/>
    </dgm:pt>
    <dgm:pt modelId="{9B5880AE-27D3-43DB-B40E-C3AE0B533CE9}" type="pres">
      <dgm:prSet presAssocID="{0BAF9D3A-8E49-4FD1-A116-D29EE87E116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167334B-697A-496A-A5F1-8F8C1E55F13B}" type="pres">
      <dgm:prSet presAssocID="{0BAF9D3A-8E49-4FD1-A116-D29EE87E11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tertitel"/>
        </a:ext>
      </dgm:extLst>
    </dgm:pt>
    <dgm:pt modelId="{169AC18B-4C64-4AE8-87AF-6DD81D37F512}" type="pres">
      <dgm:prSet presAssocID="{0BAF9D3A-8E49-4FD1-A116-D29EE87E116A}" presName="spaceRect" presStyleCnt="0"/>
      <dgm:spPr/>
    </dgm:pt>
    <dgm:pt modelId="{89B23052-D2B2-408A-8831-585F458670A2}" type="pres">
      <dgm:prSet presAssocID="{0BAF9D3A-8E49-4FD1-A116-D29EE87E116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3516708-81CA-423F-B99C-EE1FA34B3DAC}" type="presOf" srcId="{BFE21E0C-7525-445F-BC54-C61BD7EBE4C9}" destId="{FF6AAB2E-C420-4A28-A698-9E6809EEAA62}" srcOrd="0" destOrd="0" presId="urn:microsoft.com/office/officeart/2018/5/layout/IconLeafLabelList"/>
    <dgm:cxn modelId="{7D86682E-3A37-4567-81C9-653EAEAACC3D}" srcId="{BFE21E0C-7525-445F-BC54-C61BD7EBE4C9}" destId="{48B5EE4A-6F2D-4E40-A3B9-1DEE30E70F01}" srcOrd="1" destOrd="0" parTransId="{85B712E2-DD8A-4C0E-A180-8DBE84005FBB}" sibTransId="{4AF4DFAB-4EA1-4315-A048-ACA13D581DD2}"/>
    <dgm:cxn modelId="{5D887E46-61E8-49BE-B76F-5310F48E37D0}" type="presOf" srcId="{0BAF9D3A-8E49-4FD1-A116-D29EE87E116A}" destId="{89B23052-D2B2-408A-8831-585F458670A2}" srcOrd="0" destOrd="0" presId="urn:microsoft.com/office/officeart/2018/5/layout/IconLeafLabelList"/>
    <dgm:cxn modelId="{81DBD768-06F9-4C5A-8DB6-705F93F6EBB4}" srcId="{BFE21E0C-7525-445F-BC54-C61BD7EBE4C9}" destId="{C470F9D2-9C1E-4DB7-BEEC-8FA4AF360A66}" srcOrd="0" destOrd="0" parTransId="{503CC126-00EB-43FA-97B7-7C2FA75AAA78}" sibTransId="{78740C8A-837B-4022-BFE0-3499C53AE55C}"/>
    <dgm:cxn modelId="{E961D0A3-11AC-4237-A54B-2E0207C0912E}" srcId="{BFE21E0C-7525-445F-BC54-C61BD7EBE4C9}" destId="{198ED615-08D8-4A95-9CB7-98416091B5A8}" srcOrd="2" destOrd="0" parTransId="{5107F43D-E156-410D-9B40-D36F5D873AB0}" sibTransId="{99A1F579-7263-414C-8EAB-F175755AD9E1}"/>
    <dgm:cxn modelId="{21F38FB5-4080-40E8-944B-9BF27C20E2D2}" type="presOf" srcId="{48B5EE4A-6F2D-4E40-A3B9-1DEE30E70F01}" destId="{F9407DEC-4981-454F-850F-DDCE7B0D9C7E}" srcOrd="0" destOrd="0" presId="urn:microsoft.com/office/officeart/2018/5/layout/IconLeafLabelList"/>
    <dgm:cxn modelId="{AF88F9D4-5B57-4B34-9D10-1CAE47C9D68C}" srcId="{BFE21E0C-7525-445F-BC54-C61BD7EBE4C9}" destId="{0BAF9D3A-8E49-4FD1-A116-D29EE87E116A}" srcOrd="3" destOrd="0" parTransId="{845DBA35-5333-4B4C-AC2A-0D4AA7371890}" sibTransId="{22C546A8-C10A-4E7C-90C6-FF7C468BDC4A}"/>
    <dgm:cxn modelId="{566EF6E8-6B30-4E82-98E4-F4B565753DF8}" type="presOf" srcId="{C470F9D2-9C1E-4DB7-BEEC-8FA4AF360A66}" destId="{6E8F7A93-B53D-4C89-A19E-BFC41FED1E2C}" srcOrd="0" destOrd="0" presId="urn:microsoft.com/office/officeart/2018/5/layout/IconLeafLabelList"/>
    <dgm:cxn modelId="{B73502FF-22F9-4E6C-BFA2-0CEC72E5B0B5}" type="presOf" srcId="{198ED615-08D8-4A95-9CB7-98416091B5A8}" destId="{813B261B-A365-4492-A301-0CEE9086C32B}" srcOrd="0" destOrd="0" presId="urn:microsoft.com/office/officeart/2018/5/layout/IconLeafLabelList"/>
    <dgm:cxn modelId="{E7260A08-5CBF-4827-8D6F-F791ACCEE3D3}" type="presParOf" srcId="{FF6AAB2E-C420-4A28-A698-9E6809EEAA62}" destId="{B5306109-6AE8-4F5E-85D7-5D59D79996BE}" srcOrd="0" destOrd="0" presId="urn:microsoft.com/office/officeart/2018/5/layout/IconLeafLabelList"/>
    <dgm:cxn modelId="{56CC73C5-E616-4D0D-9615-5F83387CA3D0}" type="presParOf" srcId="{B5306109-6AE8-4F5E-85D7-5D59D79996BE}" destId="{B6BCBE2A-CF3D-46A5-AE4B-49143D808805}" srcOrd="0" destOrd="0" presId="urn:microsoft.com/office/officeart/2018/5/layout/IconLeafLabelList"/>
    <dgm:cxn modelId="{1C09732B-67A4-4051-BDB8-0435E9021874}" type="presParOf" srcId="{B5306109-6AE8-4F5E-85D7-5D59D79996BE}" destId="{70D6D9E2-E0BA-4E01-BB23-9CA415877F05}" srcOrd="1" destOrd="0" presId="urn:microsoft.com/office/officeart/2018/5/layout/IconLeafLabelList"/>
    <dgm:cxn modelId="{D01BD641-6948-41C3-8A33-45AED738838D}" type="presParOf" srcId="{B5306109-6AE8-4F5E-85D7-5D59D79996BE}" destId="{B355B381-383A-4F2B-AEFA-8F9CAF02CB3D}" srcOrd="2" destOrd="0" presId="urn:microsoft.com/office/officeart/2018/5/layout/IconLeafLabelList"/>
    <dgm:cxn modelId="{768DEFCA-4336-4222-830F-49C29C05F94E}" type="presParOf" srcId="{B5306109-6AE8-4F5E-85D7-5D59D79996BE}" destId="{6E8F7A93-B53D-4C89-A19E-BFC41FED1E2C}" srcOrd="3" destOrd="0" presId="urn:microsoft.com/office/officeart/2018/5/layout/IconLeafLabelList"/>
    <dgm:cxn modelId="{5CEF9FB4-2062-49C0-81E4-1D02E153E157}" type="presParOf" srcId="{FF6AAB2E-C420-4A28-A698-9E6809EEAA62}" destId="{F212F801-9F89-4959-B627-CFCEFE8EA3B1}" srcOrd="1" destOrd="0" presId="urn:microsoft.com/office/officeart/2018/5/layout/IconLeafLabelList"/>
    <dgm:cxn modelId="{44CB4B8D-028E-4016-83D3-BEE1D76380A7}" type="presParOf" srcId="{FF6AAB2E-C420-4A28-A698-9E6809EEAA62}" destId="{CD64FD3A-160B-4A82-9C31-2130B353A1B7}" srcOrd="2" destOrd="0" presId="urn:microsoft.com/office/officeart/2018/5/layout/IconLeafLabelList"/>
    <dgm:cxn modelId="{68BC1F22-2C8D-409B-9DFB-8A849CE10E8A}" type="presParOf" srcId="{CD64FD3A-160B-4A82-9C31-2130B353A1B7}" destId="{3378F069-C3D9-4950-8856-5BF72BAACF49}" srcOrd="0" destOrd="0" presId="urn:microsoft.com/office/officeart/2018/5/layout/IconLeafLabelList"/>
    <dgm:cxn modelId="{59D9D7E1-18B6-47DB-9459-8647EB7D353D}" type="presParOf" srcId="{CD64FD3A-160B-4A82-9C31-2130B353A1B7}" destId="{D8A569D2-4DA4-4CFC-9270-366B9C0CCF90}" srcOrd="1" destOrd="0" presId="urn:microsoft.com/office/officeart/2018/5/layout/IconLeafLabelList"/>
    <dgm:cxn modelId="{9DB28AAB-DAB5-42BF-B392-81038E52AF4E}" type="presParOf" srcId="{CD64FD3A-160B-4A82-9C31-2130B353A1B7}" destId="{E4C4741F-9C5B-4B68-B588-92999F4375BD}" srcOrd="2" destOrd="0" presId="urn:microsoft.com/office/officeart/2018/5/layout/IconLeafLabelList"/>
    <dgm:cxn modelId="{B60442F2-CD3E-4CF6-82D0-1B8371737C14}" type="presParOf" srcId="{CD64FD3A-160B-4A82-9C31-2130B353A1B7}" destId="{F9407DEC-4981-454F-850F-DDCE7B0D9C7E}" srcOrd="3" destOrd="0" presId="urn:microsoft.com/office/officeart/2018/5/layout/IconLeafLabelList"/>
    <dgm:cxn modelId="{5341E01F-3FA9-4D30-90D4-DC89E3DA83C5}" type="presParOf" srcId="{FF6AAB2E-C420-4A28-A698-9E6809EEAA62}" destId="{4297DECA-5282-47EA-8865-EB70296768D4}" srcOrd="3" destOrd="0" presId="urn:microsoft.com/office/officeart/2018/5/layout/IconLeafLabelList"/>
    <dgm:cxn modelId="{58CD29DC-4D60-47B6-AF1C-8BDD8697138C}" type="presParOf" srcId="{FF6AAB2E-C420-4A28-A698-9E6809EEAA62}" destId="{CBD670B5-4CC8-4BC4-B84E-F14853EEE4AB}" srcOrd="4" destOrd="0" presId="urn:microsoft.com/office/officeart/2018/5/layout/IconLeafLabelList"/>
    <dgm:cxn modelId="{E71BE22D-7294-4F19-9D2A-DFC3B0828D76}" type="presParOf" srcId="{CBD670B5-4CC8-4BC4-B84E-F14853EEE4AB}" destId="{811EC267-4EA0-499F-A220-8F8F2FB7EE6D}" srcOrd="0" destOrd="0" presId="urn:microsoft.com/office/officeart/2018/5/layout/IconLeafLabelList"/>
    <dgm:cxn modelId="{C280453B-7776-4355-80C1-0738B8949FB2}" type="presParOf" srcId="{CBD670B5-4CC8-4BC4-B84E-F14853EEE4AB}" destId="{9B67A812-5D2A-47B6-AD79-D6BF44D99E0C}" srcOrd="1" destOrd="0" presId="urn:microsoft.com/office/officeart/2018/5/layout/IconLeafLabelList"/>
    <dgm:cxn modelId="{A03DDA1D-96A7-4B79-8AD3-C3F72B33CEAB}" type="presParOf" srcId="{CBD670B5-4CC8-4BC4-B84E-F14853EEE4AB}" destId="{2DEB851D-E452-4082-AFC8-094864A17454}" srcOrd="2" destOrd="0" presId="urn:microsoft.com/office/officeart/2018/5/layout/IconLeafLabelList"/>
    <dgm:cxn modelId="{1A9CEABE-0C5D-4BB7-8DEB-1E3A1C1500C1}" type="presParOf" srcId="{CBD670B5-4CC8-4BC4-B84E-F14853EEE4AB}" destId="{813B261B-A365-4492-A301-0CEE9086C32B}" srcOrd="3" destOrd="0" presId="urn:microsoft.com/office/officeart/2018/5/layout/IconLeafLabelList"/>
    <dgm:cxn modelId="{AC54E813-2801-4AD1-8065-C10E96541E6A}" type="presParOf" srcId="{FF6AAB2E-C420-4A28-A698-9E6809EEAA62}" destId="{D7A03474-6344-468D-B5B2-9EEC6434F120}" srcOrd="5" destOrd="0" presId="urn:microsoft.com/office/officeart/2018/5/layout/IconLeafLabelList"/>
    <dgm:cxn modelId="{EDA62AE4-DC04-4DF4-B870-D13A8484F5E2}" type="presParOf" srcId="{FF6AAB2E-C420-4A28-A698-9E6809EEAA62}" destId="{4EE0CE38-83A2-44FA-945A-B7B9BA69E654}" srcOrd="6" destOrd="0" presId="urn:microsoft.com/office/officeart/2018/5/layout/IconLeafLabelList"/>
    <dgm:cxn modelId="{4EC359BE-E80A-4D9C-BAE6-23BD5F0C9E2C}" type="presParOf" srcId="{4EE0CE38-83A2-44FA-945A-B7B9BA69E654}" destId="{9B5880AE-27D3-43DB-B40E-C3AE0B533CE9}" srcOrd="0" destOrd="0" presId="urn:microsoft.com/office/officeart/2018/5/layout/IconLeafLabelList"/>
    <dgm:cxn modelId="{32073D9F-217B-4AEB-866C-DD13DEFEFD36}" type="presParOf" srcId="{4EE0CE38-83A2-44FA-945A-B7B9BA69E654}" destId="{4167334B-697A-496A-A5F1-8F8C1E55F13B}" srcOrd="1" destOrd="0" presId="urn:microsoft.com/office/officeart/2018/5/layout/IconLeafLabelList"/>
    <dgm:cxn modelId="{B490B0AD-98F0-43A2-B5D1-7FB5B76E939F}" type="presParOf" srcId="{4EE0CE38-83A2-44FA-945A-B7B9BA69E654}" destId="{169AC18B-4C64-4AE8-87AF-6DD81D37F512}" srcOrd="2" destOrd="0" presId="urn:microsoft.com/office/officeart/2018/5/layout/IconLeafLabelList"/>
    <dgm:cxn modelId="{B75296BA-C76A-42E7-9D18-F1D8FD919BCA}" type="presParOf" srcId="{4EE0CE38-83A2-44FA-945A-B7B9BA69E654}" destId="{89B23052-D2B2-408A-8831-585F458670A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23F733-0D6C-4A11-994B-9D591070D32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1723479-0780-4754-B245-9AA8E9DA67F4}">
      <dgm:prSet/>
      <dgm:spPr/>
      <dgm:t>
        <a:bodyPr/>
        <a:lstStyle/>
        <a:p>
          <a:pPr>
            <a:defRPr cap="all"/>
          </a:pPr>
          <a:r>
            <a:rPr lang="en-US"/>
            <a:t>Medizintechnik – Klinik &amp; Praxis</a:t>
          </a:r>
        </a:p>
      </dgm:t>
    </dgm:pt>
    <dgm:pt modelId="{D449099D-70B8-4507-B3C6-D24CE164294B}" type="parTrans" cxnId="{B6F6ACB4-02EC-4DE2-AD99-492EB948EF7F}">
      <dgm:prSet/>
      <dgm:spPr/>
      <dgm:t>
        <a:bodyPr/>
        <a:lstStyle/>
        <a:p>
          <a:endParaRPr lang="en-US"/>
        </a:p>
      </dgm:t>
    </dgm:pt>
    <dgm:pt modelId="{0476CF54-040B-4908-BCA4-ABDA46A45636}" type="sibTrans" cxnId="{B6F6ACB4-02EC-4DE2-AD99-492EB948EF7F}">
      <dgm:prSet/>
      <dgm:spPr/>
      <dgm:t>
        <a:bodyPr/>
        <a:lstStyle/>
        <a:p>
          <a:endParaRPr lang="en-US"/>
        </a:p>
      </dgm:t>
    </dgm:pt>
    <dgm:pt modelId="{94D84BE2-B6D7-4FA7-A869-9D88309DFFA0}">
      <dgm:prSet/>
      <dgm:spPr/>
      <dgm:t>
        <a:bodyPr/>
        <a:lstStyle/>
        <a:p>
          <a:pPr>
            <a:defRPr cap="all"/>
          </a:pPr>
          <a:r>
            <a:rPr lang="en-US"/>
            <a:t>Pharma – intelligente Applikationssysteme</a:t>
          </a:r>
        </a:p>
      </dgm:t>
    </dgm:pt>
    <dgm:pt modelId="{14809F82-7940-49BD-A9BD-1B9470258E23}" type="parTrans" cxnId="{9BFEF0E3-6DFD-494B-8794-67E6462C4394}">
      <dgm:prSet/>
      <dgm:spPr/>
      <dgm:t>
        <a:bodyPr/>
        <a:lstStyle/>
        <a:p>
          <a:endParaRPr lang="en-US"/>
        </a:p>
      </dgm:t>
    </dgm:pt>
    <dgm:pt modelId="{B901C9E1-6687-4A91-9B40-E39B7F168F98}" type="sibTrans" cxnId="{9BFEF0E3-6DFD-494B-8794-67E6462C4394}">
      <dgm:prSet/>
      <dgm:spPr/>
      <dgm:t>
        <a:bodyPr/>
        <a:lstStyle/>
        <a:p>
          <a:endParaRPr lang="en-US"/>
        </a:p>
      </dgm:t>
    </dgm:pt>
    <dgm:pt modelId="{0FEEC302-3B72-4E76-AE5B-D653A13D0A45}">
      <dgm:prSet/>
      <dgm:spPr/>
      <dgm:t>
        <a:bodyPr/>
        <a:lstStyle/>
        <a:p>
          <a:pPr>
            <a:defRPr cap="all"/>
          </a:pPr>
          <a:r>
            <a:rPr lang="en-US"/>
            <a:t>Diagnostik – Point-of-Care</a:t>
          </a:r>
        </a:p>
      </dgm:t>
    </dgm:pt>
    <dgm:pt modelId="{8BE87807-9FB8-4269-85E2-C39FD51B3854}" type="parTrans" cxnId="{74FC9B75-0936-4F5D-AC2E-21CB2DE6B986}">
      <dgm:prSet/>
      <dgm:spPr/>
      <dgm:t>
        <a:bodyPr/>
        <a:lstStyle/>
        <a:p>
          <a:endParaRPr lang="en-US"/>
        </a:p>
      </dgm:t>
    </dgm:pt>
    <dgm:pt modelId="{0B987A70-A5EB-45E7-B446-7923C0031669}" type="sibTrans" cxnId="{74FC9B75-0936-4F5D-AC2E-21CB2DE6B986}">
      <dgm:prSet/>
      <dgm:spPr/>
      <dgm:t>
        <a:bodyPr/>
        <a:lstStyle/>
        <a:p>
          <a:endParaRPr lang="en-US"/>
        </a:p>
      </dgm:t>
    </dgm:pt>
    <dgm:pt modelId="{2D77ACA4-6AA5-4F90-9226-483044B65C7D}">
      <dgm:prSet/>
      <dgm:spPr/>
      <dgm:t>
        <a:bodyPr/>
        <a:lstStyle/>
        <a:p>
          <a:pPr>
            <a:defRPr cap="all"/>
          </a:pPr>
          <a:r>
            <a:rPr lang="en-US"/>
            <a:t>Link: https://nicolay.de/anwendungen/</a:t>
          </a:r>
        </a:p>
      </dgm:t>
    </dgm:pt>
    <dgm:pt modelId="{70AA2E60-7643-42D1-BA02-EA11A37E569B}" type="parTrans" cxnId="{34799AED-252B-4F8D-8A15-D7B2D31365DA}">
      <dgm:prSet/>
      <dgm:spPr/>
      <dgm:t>
        <a:bodyPr/>
        <a:lstStyle/>
        <a:p>
          <a:endParaRPr lang="en-US"/>
        </a:p>
      </dgm:t>
    </dgm:pt>
    <dgm:pt modelId="{3AF2B532-80AB-47AB-B075-6790F09A4EFD}" type="sibTrans" cxnId="{34799AED-252B-4F8D-8A15-D7B2D31365DA}">
      <dgm:prSet/>
      <dgm:spPr/>
      <dgm:t>
        <a:bodyPr/>
        <a:lstStyle/>
        <a:p>
          <a:endParaRPr lang="en-US"/>
        </a:p>
      </dgm:t>
    </dgm:pt>
    <dgm:pt modelId="{29D5B41A-7CE3-4BCC-A098-AC412C9373CB}" type="pres">
      <dgm:prSet presAssocID="{3B23F733-0D6C-4A11-994B-9D591070D320}" presName="root" presStyleCnt="0">
        <dgm:presLayoutVars>
          <dgm:dir/>
          <dgm:resizeHandles val="exact"/>
        </dgm:presLayoutVars>
      </dgm:prSet>
      <dgm:spPr/>
    </dgm:pt>
    <dgm:pt modelId="{6C08E763-3A2A-433D-ACD7-28B15C14B380}" type="pres">
      <dgm:prSet presAssocID="{01723479-0780-4754-B245-9AA8E9DA67F4}" presName="compNode" presStyleCnt="0"/>
      <dgm:spPr/>
    </dgm:pt>
    <dgm:pt modelId="{CBDEA759-B2F8-460B-90E9-D3510E2EC790}" type="pres">
      <dgm:prSet presAssocID="{01723479-0780-4754-B245-9AA8E9DA67F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5A1FD23-0576-46D4-9143-2B2D143F3672}" type="pres">
      <dgm:prSet presAssocID="{01723479-0780-4754-B245-9AA8E9DA67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kop"/>
        </a:ext>
      </dgm:extLst>
    </dgm:pt>
    <dgm:pt modelId="{E1063F86-C6B2-4FA7-8306-A6174EA3F260}" type="pres">
      <dgm:prSet presAssocID="{01723479-0780-4754-B245-9AA8E9DA67F4}" presName="spaceRect" presStyleCnt="0"/>
      <dgm:spPr/>
    </dgm:pt>
    <dgm:pt modelId="{B54E00A4-E9F3-48E2-9AE2-B773B92C9EE3}" type="pres">
      <dgm:prSet presAssocID="{01723479-0780-4754-B245-9AA8E9DA67F4}" presName="textRect" presStyleLbl="revTx" presStyleIdx="0" presStyleCnt="4">
        <dgm:presLayoutVars>
          <dgm:chMax val="1"/>
          <dgm:chPref val="1"/>
        </dgm:presLayoutVars>
      </dgm:prSet>
      <dgm:spPr/>
    </dgm:pt>
    <dgm:pt modelId="{4D0D0B07-D1CC-49E4-BCCB-DF8E335030D9}" type="pres">
      <dgm:prSet presAssocID="{0476CF54-040B-4908-BCA4-ABDA46A45636}" presName="sibTrans" presStyleCnt="0"/>
      <dgm:spPr/>
    </dgm:pt>
    <dgm:pt modelId="{8985A86F-CC9F-4AA3-A01F-3AB7FF607557}" type="pres">
      <dgm:prSet presAssocID="{94D84BE2-B6D7-4FA7-A869-9D88309DFFA0}" presName="compNode" presStyleCnt="0"/>
      <dgm:spPr/>
    </dgm:pt>
    <dgm:pt modelId="{6CD4C7A9-A9B2-49C5-AF25-85F101104FCF}" type="pres">
      <dgm:prSet presAssocID="{94D84BE2-B6D7-4FA7-A869-9D88309DFFA0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96E471A-6CB5-4085-85F6-BC4442DD80C7}" type="pres">
      <dgm:prSet presAssocID="{94D84BE2-B6D7-4FA7-A869-9D88309DFF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zin"/>
        </a:ext>
      </dgm:extLst>
    </dgm:pt>
    <dgm:pt modelId="{21DF78E3-77E3-4C65-86C4-93669713DD5E}" type="pres">
      <dgm:prSet presAssocID="{94D84BE2-B6D7-4FA7-A869-9D88309DFFA0}" presName="spaceRect" presStyleCnt="0"/>
      <dgm:spPr/>
    </dgm:pt>
    <dgm:pt modelId="{0ED08982-34BE-4394-94F4-9DC9DFD9B7A5}" type="pres">
      <dgm:prSet presAssocID="{94D84BE2-B6D7-4FA7-A869-9D88309DFFA0}" presName="textRect" presStyleLbl="revTx" presStyleIdx="1" presStyleCnt="4">
        <dgm:presLayoutVars>
          <dgm:chMax val="1"/>
          <dgm:chPref val="1"/>
        </dgm:presLayoutVars>
      </dgm:prSet>
      <dgm:spPr/>
    </dgm:pt>
    <dgm:pt modelId="{C6EEA281-8806-4027-A21D-FC09C35672B2}" type="pres">
      <dgm:prSet presAssocID="{B901C9E1-6687-4A91-9B40-E39B7F168F98}" presName="sibTrans" presStyleCnt="0"/>
      <dgm:spPr/>
    </dgm:pt>
    <dgm:pt modelId="{09A9DAD9-6252-42DB-BAC2-E08A02F51500}" type="pres">
      <dgm:prSet presAssocID="{0FEEC302-3B72-4E76-AE5B-D653A13D0A45}" presName="compNode" presStyleCnt="0"/>
      <dgm:spPr/>
    </dgm:pt>
    <dgm:pt modelId="{56E28BFD-91BF-4636-99C4-B6037AB34ED3}" type="pres">
      <dgm:prSet presAssocID="{0FEEC302-3B72-4E76-AE5B-D653A13D0A4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00E6C24-0F3A-4D37-9D33-5F32BF16AB22}" type="pres">
      <dgm:prSet presAssocID="{0FEEC302-3B72-4E76-AE5B-D653A13D0A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kroskop"/>
        </a:ext>
      </dgm:extLst>
    </dgm:pt>
    <dgm:pt modelId="{985B68EE-CD74-4AAB-951E-346649FEBF57}" type="pres">
      <dgm:prSet presAssocID="{0FEEC302-3B72-4E76-AE5B-D653A13D0A45}" presName="spaceRect" presStyleCnt="0"/>
      <dgm:spPr/>
    </dgm:pt>
    <dgm:pt modelId="{276CA8F6-CC00-48D8-9FB0-8C44E13FD81F}" type="pres">
      <dgm:prSet presAssocID="{0FEEC302-3B72-4E76-AE5B-D653A13D0A45}" presName="textRect" presStyleLbl="revTx" presStyleIdx="2" presStyleCnt="4">
        <dgm:presLayoutVars>
          <dgm:chMax val="1"/>
          <dgm:chPref val="1"/>
        </dgm:presLayoutVars>
      </dgm:prSet>
      <dgm:spPr/>
    </dgm:pt>
    <dgm:pt modelId="{DAB79A17-FD18-45A7-9C7B-85F06780CD16}" type="pres">
      <dgm:prSet presAssocID="{0B987A70-A5EB-45E7-B446-7923C0031669}" presName="sibTrans" presStyleCnt="0"/>
      <dgm:spPr/>
    </dgm:pt>
    <dgm:pt modelId="{38ED0469-7BB6-4DF3-922C-4F22044A8B35}" type="pres">
      <dgm:prSet presAssocID="{2D77ACA4-6AA5-4F90-9226-483044B65C7D}" presName="compNode" presStyleCnt="0"/>
      <dgm:spPr/>
    </dgm:pt>
    <dgm:pt modelId="{EB2E5841-A82E-4563-84D3-24A5352B0C3B}" type="pres">
      <dgm:prSet presAssocID="{2D77ACA4-6AA5-4F90-9226-483044B65C7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6875FBE-8173-4DF2-A3EB-E637346F0049}" type="pres">
      <dgm:prSet presAssocID="{2D77ACA4-6AA5-4F90-9226-483044B65C7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A75A1221-E024-462E-9EBF-851D5038C3EE}" type="pres">
      <dgm:prSet presAssocID="{2D77ACA4-6AA5-4F90-9226-483044B65C7D}" presName="spaceRect" presStyleCnt="0"/>
      <dgm:spPr/>
    </dgm:pt>
    <dgm:pt modelId="{B385CC7D-E769-4527-BFEC-15BBA1F7A569}" type="pres">
      <dgm:prSet presAssocID="{2D77ACA4-6AA5-4F90-9226-483044B65C7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4305A09-2066-45F4-9DA0-5513C94B3EC1}" type="presOf" srcId="{3B23F733-0D6C-4A11-994B-9D591070D320}" destId="{29D5B41A-7CE3-4BCC-A098-AC412C9373CB}" srcOrd="0" destOrd="0" presId="urn:microsoft.com/office/officeart/2018/5/layout/IconLeafLabelList"/>
    <dgm:cxn modelId="{FA8C7F09-19C5-4F8C-959C-D15AE74CE581}" type="presOf" srcId="{0FEEC302-3B72-4E76-AE5B-D653A13D0A45}" destId="{276CA8F6-CC00-48D8-9FB0-8C44E13FD81F}" srcOrd="0" destOrd="0" presId="urn:microsoft.com/office/officeart/2018/5/layout/IconLeafLabelList"/>
    <dgm:cxn modelId="{56E59849-6AD5-4969-AD06-FECFE82EE1A1}" type="presOf" srcId="{2D77ACA4-6AA5-4F90-9226-483044B65C7D}" destId="{B385CC7D-E769-4527-BFEC-15BBA1F7A569}" srcOrd="0" destOrd="0" presId="urn:microsoft.com/office/officeart/2018/5/layout/IconLeafLabelList"/>
    <dgm:cxn modelId="{74FC9B75-0936-4F5D-AC2E-21CB2DE6B986}" srcId="{3B23F733-0D6C-4A11-994B-9D591070D320}" destId="{0FEEC302-3B72-4E76-AE5B-D653A13D0A45}" srcOrd="2" destOrd="0" parTransId="{8BE87807-9FB8-4269-85E2-C39FD51B3854}" sibTransId="{0B987A70-A5EB-45E7-B446-7923C0031669}"/>
    <dgm:cxn modelId="{B6F6ACB4-02EC-4DE2-AD99-492EB948EF7F}" srcId="{3B23F733-0D6C-4A11-994B-9D591070D320}" destId="{01723479-0780-4754-B245-9AA8E9DA67F4}" srcOrd="0" destOrd="0" parTransId="{D449099D-70B8-4507-B3C6-D24CE164294B}" sibTransId="{0476CF54-040B-4908-BCA4-ABDA46A45636}"/>
    <dgm:cxn modelId="{9EFC7AC8-E96B-4CB3-B1DD-85BA74941B1E}" type="presOf" srcId="{01723479-0780-4754-B245-9AA8E9DA67F4}" destId="{B54E00A4-E9F3-48E2-9AE2-B773B92C9EE3}" srcOrd="0" destOrd="0" presId="urn:microsoft.com/office/officeart/2018/5/layout/IconLeafLabelList"/>
    <dgm:cxn modelId="{D4DD86D4-E9E8-453F-ABEF-58047AAC1D92}" type="presOf" srcId="{94D84BE2-B6D7-4FA7-A869-9D88309DFFA0}" destId="{0ED08982-34BE-4394-94F4-9DC9DFD9B7A5}" srcOrd="0" destOrd="0" presId="urn:microsoft.com/office/officeart/2018/5/layout/IconLeafLabelList"/>
    <dgm:cxn modelId="{9BFEF0E3-6DFD-494B-8794-67E6462C4394}" srcId="{3B23F733-0D6C-4A11-994B-9D591070D320}" destId="{94D84BE2-B6D7-4FA7-A869-9D88309DFFA0}" srcOrd="1" destOrd="0" parTransId="{14809F82-7940-49BD-A9BD-1B9470258E23}" sibTransId="{B901C9E1-6687-4A91-9B40-E39B7F168F98}"/>
    <dgm:cxn modelId="{34799AED-252B-4F8D-8A15-D7B2D31365DA}" srcId="{3B23F733-0D6C-4A11-994B-9D591070D320}" destId="{2D77ACA4-6AA5-4F90-9226-483044B65C7D}" srcOrd="3" destOrd="0" parTransId="{70AA2E60-7643-42D1-BA02-EA11A37E569B}" sibTransId="{3AF2B532-80AB-47AB-B075-6790F09A4EFD}"/>
    <dgm:cxn modelId="{0708F3D3-36D3-4205-BFBA-90048325BABF}" type="presParOf" srcId="{29D5B41A-7CE3-4BCC-A098-AC412C9373CB}" destId="{6C08E763-3A2A-433D-ACD7-28B15C14B380}" srcOrd="0" destOrd="0" presId="urn:microsoft.com/office/officeart/2018/5/layout/IconLeafLabelList"/>
    <dgm:cxn modelId="{F846873E-A74A-41C2-BD02-D4AE277330D7}" type="presParOf" srcId="{6C08E763-3A2A-433D-ACD7-28B15C14B380}" destId="{CBDEA759-B2F8-460B-90E9-D3510E2EC790}" srcOrd="0" destOrd="0" presId="urn:microsoft.com/office/officeart/2018/5/layout/IconLeafLabelList"/>
    <dgm:cxn modelId="{4DC4809A-AAA4-40A6-9FB7-459BD046FE9E}" type="presParOf" srcId="{6C08E763-3A2A-433D-ACD7-28B15C14B380}" destId="{35A1FD23-0576-46D4-9143-2B2D143F3672}" srcOrd="1" destOrd="0" presId="urn:microsoft.com/office/officeart/2018/5/layout/IconLeafLabelList"/>
    <dgm:cxn modelId="{2BB4D767-C2EB-4067-947F-057B1E63858F}" type="presParOf" srcId="{6C08E763-3A2A-433D-ACD7-28B15C14B380}" destId="{E1063F86-C6B2-4FA7-8306-A6174EA3F260}" srcOrd="2" destOrd="0" presId="urn:microsoft.com/office/officeart/2018/5/layout/IconLeafLabelList"/>
    <dgm:cxn modelId="{833EDC55-A1B1-425B-9AFA-E35F3CC67A9C}" type="presParOf" srcId="{6C08E763-3A2A-433D-ACD7-28B15C14B380}" destId="{B54E00A4-E9F3-48E2-9AE2-B773B92C9EE3}" srcOrd="3" destOrd="0" presId="urn:microsoft.com/office/officeart/2018/5/layout/IconLeafLabelList"/>
    <dgm:cxn modelId="{DF56D57A-A130-4BA3-B9DD-664E6FF28C51}" type="presParOf" srcId="{29D5B41A-7CE3-4BCC-A098-AC412C9373CB}" destId="{4D0D0B07-D1CC-49E4-BCCB-DF8E335030D9}" srcOrd="1" destOrd="0" presId="urn:microsoft.com/office/officeart/2018/5/layout/IconLeafLabelList"/>
    <dgm:cxn modelId="{F895FE3B-88AB-4F66-985B-57F816856FB3}" type="presParOf" srcId="{29D5B41A-7CE3-4BCC-A098-AC412C9373CB}" destId="{8985A86F-CC9F-4AA3-A01F-3AB7FF607557}" srcOrd="2" destOrd="0" presId="urn:microsoft.com/office/officeart/2018/5/layout/IconLeafLabelList"/>
    <dgm:cxn modelId="{9707BB6A-A44A-4E6B-8AF6-3CEC2A52A463}" type="presParOf" srcId="{8985A86F-CC9F-4AA3-A01F-3AB7FF607557}" destId="{6CD4C7A9-A9B2-49C5-AF25-85F101104FCF}" srcOrd="0" destOrd="0" presId="urn:microsoft.com/office/officeart/2018/5/layout/IconLeafLabelList"/>
    <dgm:cxn modelId="{A8A1B6E5-613A-42C9-B845-A6A89DCFB359}" type="presParOf" srcId="{8985A86F-CC9F-4AA3-A01F-3AB7FF607557}" destId="{296E471A-6CB5-4085-85F6-BC4442DD80C7}" srcOrd="1" destOrd="0" presId="urn:microsoft.com/office/officeart/2018/5/layout/IconLeafLabelList"/>
    <dgm:cxn modelId="{72D4474D-F5D3-4BA2-A618-49B1BF309819}" type="presParOf" srcId="{8985A86F-CC9F-4AA3-A01F-3AB7FF607557}" destId="{21DF78E3-77E3-4C65-86C4-93669713DD5E}" srcOrd="2" destOrd="0" presId="urn:microsoft.com/office/officeart/2018/5/layout/IconLeafLabelList"/>
    <dgm:cxn modelId="{3F3B4DA5-94DE-4C25-A4CC-6A9DD51FD4B2}" type="presParOf" srcId="{8985A86F-CC9F-4AA3-A01F-3AB7FF607557}" destId="{0ED08982-34BE-4394-94F4-9DC9DFD9B7A5}" srcOrd="3" destOrd="0" presId="urn:microsoft.com/office/officeart/2018/5/layout/IconLeafLabelList"/>
    <dgm:cxn modelId="{E3E7BEA7-8E86-432B-8644-AA945AA61F69}" type="presParOf" srcId="{29D5B41A-7CE3-4BCC-A098-AC412C9373CB}" destId="{C6EEA281-8806-4027-A21D-FC09C35672B2}" srcOrd="3" destOrd="0" presId="urn:microsoft.com/office/officeart/2018/5/layout/IconLeafLabelList"/>
    <dgm:cxn modelId="{AFAD42D4-F300-4089-B5F4-D4CFF0C66FF7}" type="presParOf" srcId="{29D5B41A-7CE3-4BCC-A098-AC412C9373CB}" destId="{09A9DAD9-6252-42DB-BAC2-E08A02F51500}" srcOrd="4" destOrd="0" presId="urn:microsoft.com/office/officeart/2018/5/layout/IconLeafLabelList"/>
    <dgm:cxn modelId="{D80E0F02-BF4C-4B21-B152-5691C5846693}" type="presParOf" srcId="{09A9DAD9-6252-42DB-BAC2-E08A02F51500}" destId="{56E28BFD-91BF-4636-99C4-B6037AB34ED3}" srcOrd="0" destOrd="0" presId="urn:microsoft.com/office/officeart/2018/5/layout/IconLeafLabelList"/>
    <dgm:cxn modelId="{2DE60BF4-3038-4DC9-A994-5279466C3661}" type="presParOf" srcId="{09A9DAD9-6252-42DB-BAC2-E08A02F51500}" destId="{900E6C24-0F3A-4D37-9D33-5F32BF16AB22}" srcOrd="1" destOrd="0" presId="urn:microsoft.com/office/officeart/2018/5/layout/IconLeafLabelList"/>
    <dgm:cxn modelId="{AA34EC5E-5CCB-4FF6-A1E2-79552755A0DD}" type="presParOf" srcId="{09A9DAD9-6252-42DB-BAC2-E08A02F51500}" destId="{985B68EE-CD74-4AAB-951E-346649FEBF57}" srcOrd="2" destOrd="0" presId="urn:microsoft.com/office/officeart/2018/5/layout/IconLeafLabelList"/>
    <dgm:cxn modelId="{C5D7F52F-4389-4CFE-BDE7-B7DC5F1E655E}" type="presParOf" srcId="{09A9DAD9-6252-42DB-BAC2-E08A02F51500}" destId="{276CA8F6-CC00-48D8-9FB0-8C44E13FD81F}" srcOrd="3" destOrd="0" presId="urn:microsoft.com/office/officeart/2018/5/layout/IconLeafLabelList"/>
    <dgm:cxn modelId="{93E1EB84-9AD1-480C-B0EC-06367EC0B1B8}" type="presParOf" srcId="{29D5B41A-7CE3-4BCC-A098-AC412C9373CB}" destId="{DAB79A17-FD18-45A7-9C7B-85F06780CD16}" srcOrd="5" destOrd="0" presId="urn:microsoft.com/office/officeart/2018/5/layout/IconLeafLabelList"/>
    <dgm:cxn modelId="{1A3205EB-2876-40CE-81AB-A95001B9EC24}" type="presParOf" srcId="{29D5B41A-7CE3-4BCC-A098-AC412C9373CB}" destId="{38ED0469-7BB6-4DF3-922C-4F22044A8B35}" srcOrd="6" destOrd="0" presId="urn:microsoft.com/office/officeart/2018/5/layout/IconLeafLabelList"/>
    <dgm:cxn modelId="{E94576FD-98EE-453C-BE3A-6ED438B9B97B}" type="presParOf" srcId="{38ED0469-7BB6-4DF3-922C-4F22044A8B35}" destId="{EB2E5841-A82E-4563-84D3-24A5352B0C3B}" srcOrd="0" destOrd="0" presId="urn:microsoft.com/office/officeart/2018/5/layout/IconLeafLabelList"/>
    <dgm:cxn modelId="{CC1A8F4B-D7E6-428E-B78D-3D1A7FF116D4}" type="presParOf" srcId="{38ED0469-7BB6-4DF3-922C-4F22044A8B35}" destId="{36875FBE-8173-4DF2-A3EB-E637346F0049}" srcOrd="1" destOrd="0" presId="urn:microsoft.com/office/officeart/2018/5/layout/IconLeafLabelList"/>
    <dgm:cxn modelId="{864304BB-6CEC-40D9-881C-633BED0EBA2E}" type="presParOf" srcId="{38ED0469-7BB6-4DF3-922C-4F22044A8B35}" destId="{A75A1221-E024-462E-9EBF-851D5038C3EE}" srcOrd="2" destOrd="0" presId="urn:microsoft.com/office/officeart/2018/5/layout/IconLeafLabelList"/>
    <dgm:cxn modelId="{A7CDCE11-0C16-4968-B62E-DBC47DB03E75}" type="presParOf" srcId="{38ED0469-7BB6-4DF3-922C-4F22044A8B35}" destId="{B385CC7D-E769-4527-BFEC-15BBA1F7A56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7063F0-AD3E-4AAA-9752-A0101E02B6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1C700D-92F9-475C-8431-D3A343B66FC3}">
      <dgm:prSet/>
      <dgm:spPr/>
      <dgm:t>
        <a:bodyPr/>
        <a:lstStyle/>
        <a:p>
          <a:r>
            <a:rPr lang="en-US"/>
            <a:t>Erfahren – Jahrzehntelange Expertise</a:t>
          </a:r>
        </a:p>
      </dgm:t>
    </dgm:pt>
    <dgm:pt modelId="{412F7D61-243F-4736-BC4A-9441DC4F7420}" type="parTrans" cxnId="{1585C49D-71AF-4244-B003-9962B7C28EBF}">
      <dgm:prSet/>
      <dgm:spPr/>
      <dgm:t>
        <a:bodyPr/>
        <a:lstStyle/>
        <a:p>
          <a:endParaRPr lang="en-US"/>
        </a:p>
      </dgm:t>
    </dgm:pt>
    <dgm:pt modelId="{84751261-1C0E-4396-92A0-BAD7ADA2A9D5}" type="sibTrans" cxnId="{1585C49D-71AF-4244-B003-9962B7C28EBF}">
      <dgm:prSet/>
      <dgm:spPr/>
      <dgm:t>
        <a:bodyPr/>
        <a:lstStyle/>
        <a:p>
          <a:endParaRPr lang="en-US"/>
        </a:p>
      </dgm:t>
    </dgm:pt>
    <dgm:pt modelId="{6D6761E3-F21B-40F8-84F2-D7915204B7AF}">
      <dgm:prSet/>
      <dgm:spPr/>
      <dgm:t>
        <a:bodyPr/>
        <a:lstStyle/>
        <a:p>
          <a:r>
            <a:rPr lang="en-US"/>
            <a:t>Individuell – Kundenspezifische Lösungen</a:t>
          </a:r>
        </a:p>
      </dgm:t>
    </dgm:pt>
    <dgm:pt modelId="{49AC74F2-825B-48C9-9AC1-D1078678AA8D}" type="parTrans" cxnId="{DCC3B5B7-D1B3-4F82-845C-3C211318BD79}">
      <dgm:prSet/>
      <dgm:spPr/>
      <dgm:t>
        <a:bodyPr/>
        <a:lstStyle/>
        <a:p>
          <a:endParaRPr lang="en-US"/>
        </a:p>
      </dgm:t>
    </dgm:pt>
    <dgm:pt modelId="{0E81511E-9875-4834-85F7-08C30201F0F4}" type="sibTrans" cxnId="{DCC3B5B7-D1B3-4F82-845C-3C211318BD79}">
      <dgm:prSet/>
      <dgm:spPr/>
      <dgm:t>
        <a:bodyPr/>
        <a:lstStyle/>
        <a:p>
          <a:endParaRPr lang="en-US"/>
        </a:p>
      </dgm:t>
    </dgm:pt>
    <dgm:pt modelId="{4102AF12-CDF3-49E4-956B-44D7F2D7D6BD}">
      <dgm:prSet/>
      <dgm:spPr/>
      <dgm:t>
        <a:bodyPr/>
        <a:lstStyle/>
        <a:p>
          <a:r>
            <a:rPr lang="en-US"/>
            <a:t>Wirtschaftlich – Effiziente Prozesse</a:t>
          </a:r>
        </a:p>
      </dgm:t>
    </dgm:pt>
    <dgm:pt modelId="{A8CF1663-9BCF-4565-9290-2FFB68960126}" type="parTrans" cxnId="{249F1BFA-FA51-4431-A92A-4D0707976381}">
      <dgm:prSet/>
      <dgm:spPr/>
      <dgm:t>
        <a:bodyPr/>
        <a:lstStyle/>
        <a:p>
          <a:endParaRPr lang="en-US"/>
        </a:p>
      </dgm:t>
    </dgm:pt>
    <dgm:pt modelId="{3FA03F97-D770-4829-B3B4-C82628E8852B}" type="sibTrans" cxnId="{249F1BFA-FA51-4431-A92A-4D0707976381}">
      <dgm:prSet/>
      <dgm:spPr/>
      <dgm:t>
        <a:bodyPr/>
        <a:lstStyle/>
        <a:p>
          <a:endParaRPr lang="en-US"/>
        </a:p>
      </dgm:t>
    </dgm:pt>
    <dgm:pt modelId="{25BDF710-B7B2-4456-82CE-17F8ACE78E3B}">
      <dgm:prSet/>
      <dgm:spPr/>
      <dgm:t>
        <a:bodyPr/>
        <a:lstStyle/>
        <a:p>
          <a:r>
            <a:rPr lang="en-US"/>
            <a:t>Flexibel – Anpassbare Systeme</a:t>
          </a:r>
        </a:p>
      </dgm:t>
    </dgm:pt>
    <dgm:pt modelId="{494EBDD5-F759-4FBC-9A30-5BABB59E7264}" type="parTrans" cxnId="{2F229652-1796-4F4E-9C98-C6FC9670E8DA}">
      <dgm:prSet/>
      <dgm:spPr/>
      <dgm:t>
        <a:bodyPr/>
        <a:lstStyle/>
        <a:p>
          <a:endParaRPr lang="en-US"/>
        </a:p>
      </dgm:t>
    </dgm:pt>
    <dgm:pt modelId="{53A1F6D0-815B-436C-9524-00A249462FE4}" type="sibTrans" cxnId="{2F229652-1796-4F4E-9C98-C6FC9670E8DA}">
      <dgm:prSet/>
      <dgm:spPr/>
      <dgm:t>
        <a:bodyPr/>
        <a:lstStyle/>
        <a:p>
          <a:endParaRPr lang="en-US"/>
        </a:p>
      </dgm:t>
    </dgm:pt>
    <dgm:pt modelId="{34618E19-19D9-4D92-97D6-FC3E0B347920}">
      <dgm:prSet/>
      <dgm:spPr/>
      <dgm:t>
        <a:bodyPr/>
        <a:lstStyle/>
        <a:p>
          <a:r>
            <a:rPr lang="en-US"/>
            <a:t>Link: https://nicolay.de/unternehmen/</a:t>
          </a:r>
        </a:p>
      </dgm:t>
    </dgm:pt>
    <dgm:pt modelId="{5E006E1E-EC20-49D2-881E-6DC0E19E97DD}" type="parTrans" cxnId="{E5F794E0-9B4D-4FA8-B077-37ACDCD4C4EF}">
      <dgm:prSet/>
      <dgm:spPr/>
      <dgm:t>
        <a:bodyPr/>
        <a:lstStyle/>
        <a:p>
          <a:endParaRPr lang="en-US"/>
        </a:p>
      </dgm:t>
    </dgm:pt>
    <dgm:pt modelId="{811647CF-6D31-428E-940D-F0B117ABAF62}" type="sibTrans" cxnId="{E5F794E0-9B4D-4FA8-B077-37ACDCD4C4EF}">
      <dgm:prSet/>
      <dgm:spPr/>
      <dgm:t>
        <a:bodyPr/>
        <a:lstStyle/>
        <a:p>
          <a:endParaRPr lang="en-US"/>
        </a:p>
      </dgm:t>
    </dgm:pt>
    <dgm:pt modelId="{F5112071-4492-49B1-B9E6-2B3A9B9E4B8F}" type="pres">
      <dgm:prSet presAssocID="{D27063F0-AD3E-4AAA-9752-A0101E02B657}" presName="linear" presStyleCnt="0">
        <dgm:presLayoutVars>
          <dgm:animLvl val="lvl"/>
          <dgm:resizeHandles val="exact"/>
        </dgm:presLayoutVars>
      </dgm:prSet>
      <dgm:spPr/>
    </dgm:pt>
    <dgm:pt modelId="{724DAC33-0CFC-491D-B372-661029884388}" type="pres">
      <dgm:prSet presAssocID="{161C700D-92F9-475C-8431-D3A343B66FC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D8F1FFB-93AF-40AF-A931-37BF3110065D}" type="pres">
      <dgm:prSet presAssocID="{84751261-1C0E-4396-92A0-BAD7ADA2A9D5}" presName="spacer" presStyleCnt="0"/>
      <dgm:spPr/>
    </dgm:pt>
    <dgm:pt modelId="{174B8EC7-C751-465C-968B-6D3960798FA2}" type="pres">
      <dgm:prSet presAssocID="{6D6761E3-F21B-40F8-84F2-D7915204B7A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94A918A-ED54-4130-B044-AE80FAA48881}" type="pres">
      <dgm:prSet presAssocID="{0E81511E-9875-4834-85F7-08C30201F0F4}" presName="spacer" presStyleCnt="0"/>
      <dgm:spPr/>
    </dgm:pt>
    <dgm:pt modelId="{6F5C607E-F128-4D61-9595-E511F0442EBD}" type="pres">
      <dgm:prSet presAssocID="{4102AF12-CDF3-49E4-956B-44D7F2D7D6B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1E41847-3A77-440C-A396-989AF8757709}" type="pres">
      <dgm:prSet presAssocID="{3FA03F97-D770-4829-B3B4-C82628E8852B}" presName="spacer" presStyleCnt="0"/>
      <dgm:spPr/>
    </dgm:pt>
    <dgm:pt modelId="{DC0F60A7-67DD-45D1-8D8A-C2B00048CB60}" type="pres">
      <dgm:prSet presAssocID="{25BDF710-B7B2-4456-82CE-17F8ACE78E3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D038BAD-A486-4E8E-B410-2BD99CF2EFF3}" type="pres">
      <dgm:prSet presAssocID="{53A1F6D0-815B-436C-9524-00A249462FE4}" presName="spacer" presStyleCnt="0"/>
      <dgm:spPr/>
    </dgm:pt>
    <dgm:pt modelId="{4BD46FA8-6A6B-4210-A888-2CDE9496DC7B}" type="pres">
      <dgm:prSet presAssocID="{34618E19-19D9-4D92-97D6-FC3E0B34792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C0D4C42-2AB7-48ED-9B8A-598A1DD10888}" type="presOf" srcId="{161C700D-92F9-475C-8431-D3A343B66FC3}" destId="{724DAC33-0CFC-491D-B372-661029884388}" srcOrd="0" destOrd="0" presId="urn:microsoft.com/office/officeart/2005/8/layout/vList2"/>
    <dgm:cxn modelId="{7888636B-E1E9-4F6B-A01D-7B635C71E113}" type="presOf" srcId="{4102AF12-CDF3-49E4-956B-44D7F2D7D6BD}" destId="{6F5C607E-F128-4D61-9595-E511F0442EBD}" srcOrd="0" destOrd="0" presId="urn:microsoft.com/office/officeart/2005/8/layout/vList2"/>
    <dgm:cxn modelId="{F7742370-7F2E-4E5B-87F3-5EB2A3D020DB}" type="presOf" srcId="{25BDF710-B7B2-4456-82CE-17F8ACE78E3B}" destId="{DC0F60A7-67DD-45D1-8D8A-C2B00048CB60}" srcOrd="0" destOrd="0" presId="urn:microsoft.com/office/officeart/2005/8/layout/vList2"/>
    <dgm:cxn modelId="{2F229652-1796-4F4E-9C98-C6FC9670E8DA}" srcId="{D27063F0-AD3E-4AAA-9752-A0101E02B657}" destId="{25BDF710-B7B2-4456-82CE-17F8ACE78E3B}" srcOrd="3" destOrd="0" parTransId="{494EBDD5-F759-4FBC-9A30-5BABB59E7264}" sibTransId="{53A1F6D0-815B-436C-9524-00A249462FE4}"/>
    <dgm:cxn modelId="{4C5EF872-24BB-4078-A08E-9E2B507E15CC}" type="presOf" srcId="{6D6761E3-F21B-40F8-84F2-D7915204B7AF}" destId="{174B8EC7-C751-465C-968B-6D3960798FA2}" srcOrd="0" destOrd="0" presId="urn:microsoft.com/office/officeart/2005/8/layout/vList2"/>
    <dgm:cxn modelId="{1585C49D-71AF-4244-B003-9962B7C28EBF}" srcId="{D27063F0-AD3E-4AAA-9752-A0101E02B657}" destId="{161C700D-92F9-475C-8431-D3A343B66FC3}" srcOrd="0" destOrd="0" parTransId="{412F7D61-243F-4736-BC4A-9441DC4F7420}" sibTransId="{84751261-1C0E-4396-92A0-BAD7ADA2A9D5}"/>
    <dgm:cxn modelId="{54A78EA1-1AE5-4443-B04B-7A0F4B4E7810}" type="presOf" srcId="{D27063F0-AD3E-4AAA-9752-A0101E02B657}" destId="{F5112071-4492-49B1-B9E6-2B3A9B9E4B8F}" srcOrd="0" destOrd="0" presId="urn:microsoft.com/office/officeart/2005/8/layout/vList2"/>
    <dgm:cxn modelId="{DCC3B5B7-D1B3-4F82-845C-3C211318BD79}" srcId="{D27063F0-AD3E-4AAA-9752-A0101E02B657}" destId="{6D6761E3-F21B-40F8-84F2-D7915204B7AF}" srcOrd="1" destOrd="0" parTransId="{49AC74F2-825B-48C9-9AC1-D1078678AA8D}" sibTransId="{0E81511E-9875-4834-85F7-08C30201F0F4}"/>
    <dgm:cxn modelId="{E5F794E0-9B4D-4FA8-B077-37ACDCD4C4EF}" srcId="{D27063F0-AD3E-4AAA-9752-A0101E02B657}" destId="{34618E19-19D9-4D92-97D6-FC3E0B347920}" srcOrd="4" destOrd="0" parTransId="{5E006E1E-EC20-49D2-881E-6DC0E19E97DD}" sibTransId="{811647CF-6D31-428E-940D-F0B117ABAF62}"/>
    <dgm:cxn modelId="{249F1BFA-FA51-4431-A92A-4D0707976381}" srcId="{D27063F0-AD3E-4AAA-9752-A0101E02B657}" destId="{4102AF12-CDF3-49E4-956B-44D7F2D7D6BD}" srcOrd="2" destOrd="0" parTransId="{A8CF1663-9BCF-4565-9290-2FFB68960126}" sibTransId="{3FA03F97-D770-4829-B3B4-C82628E8852B}"/>
    <dgm:cxn modelId="{B2DBF8FB-6549-4C9C-BFD0-6C14977A96AA}" type="presOf" srcId="{34618E19-19D9-4D92-97D6-FC3E0B347920}" destId="{4BD46FA8-6A6B-4210-A888-2CDE9496DC7B}" srcOrd="0" destOrd="0" presId="urn:microsoft.com/office/officeart/2005/8/layout/vList2"/>
    <dgm:cxn modelId="{E82E8A01-BFD8-4B51-9784-32A0D46374E0}" type="presParOf" srcId="{F5112071-4492-49B1-B9E6-2B3A9B9E4B8F}" destId="{724DAC33-0CFC-491D-B372-661029884388}" srcOrd="0" destOrd="0" presId="urn:microsoft.com/office/officeart/2005/8/layout/vList2"/>
    <dgm:cxn modelId="{3B0AFC94-29BC-4376-B793-FC4733A636DE}" type="presParOf" srcId="{F5112071-4492-49B1-B9E6-2B3A9B9E4B8F}" destId="{FD8F1FFB-93AF-40AF-A931-37BF3110065D}" srcOrd="1" destOrd="0" presId="urn:microsoft.com/office/officeart/2005/8/layout/vList2"/>
    <dgm:cxn modelId="{D9A88FED-07BF-41BB-B9C1-8066ECE6F3EA}" type="presParOf" srcId="{F5112071-4492-49B1-B9E6-2B3A9B9E4B8F}" destId="{174B8EC7-C751-465C-968B-6D3960798FA2}" srcOrd="2" destOrd="0" presId="urn:microsoft.com/office/officeart/2005/8/layout/vList2"/>
    <dgm:cxn modelId="{2CCE75C7-67BE-4D7C-9EFD-699D78BB66BE}" type="presParOf" srcId="{F5112071-4492-49B1-B9E6-2B3A9B9E4B8F}" destId="{194A918A-ED54-4130-B044-AE80FAA48881}" srcOrd="3" destOrd="0" presId="urn:microsoft.com/office/officeart/2005/8/layout/vList2"/>
    <dgm:cxn modelId="{B827DDC3-F2E2-4CE7-807D-25BD17B6DE2F}" type="presParOf" srcId="{F5112071-4492-49B1-B9E6-2B3A9B9E4B8F}" destId="{6F5C607E-F128-4D61-9595-E511F0442EBD}" srcOrd="4" destOrd="0" presId="urn:microsoft.com/office/officeart/2005/8/layout/vList2"/>
    <dgm:cxn modelId="{164C93E2-DEC7-4472-822F-4AF427722DA0}" type="presParOf" srcId="{F5112071-4492-49B1-B9E6-2B3A9B9E4B8F}" destId="{A1E41847-3A77-440C-A396-989AF8757709}" srcOrd="5" destOrd="0" presId="urn:microsoft.com/office/officeart/2005/8/layout/vList2"/>
    <dgm:cxn modelId="{A34E8A71-B6DC-41A2-87A9-07249675D3DC}" type="presParOf" srcId="{F5112071-4492-49B1-B9E6-2B3A9B9E4B8F}" destId="{DC0F60A7-67DD-45D1-8D8A-C2B00048CB60}" srcOrd="6" destOrd="0" presId="urn:microsoft.com/office/officeart/2005/8/layout/vList2"/>
    <dgm:cxn modelId="{EFE961AC-8861-4FE4-B728-94DAB5F70738}" type="presParOf" srcId="{F5112071-4492-49B1-B9E6-2B3A9B9E4B8F}" destId="{AD038BAD-A486-4E8E-B410-2BD99CF2EFF3}" srcOrd="7" destOrd="0" presId="urn:microsoft.com/office/officeart/2005/8/layout/vList2"/>
    <dgm:cxn modelId="{B98BBE7F-1429-4C1F-B786-9D83FD147A4B}" type="presParOf" srcId="{F5112071-4492-49B1-B9E6-2B3A9B9E4B8F}" destId="{4BD46FA8-6A6B-4210-A888-2CDE9496DC7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133BB3-D0E9-4A48-A72E-9B2A5F579B7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5CFF20-9D1C-4A8C-8B5B-5634D3B74D48}">
      <dgm:prSet/>
      <dgm:spPr/>
      <dgm:t>
        <a:bodyPr/>
        <a:lstStyle/>
        <a:p>
          <a:r>
            <a:rPr lang="en-US"/>
            <a:t>Entwicklungsmöglichkeiten im MedTech-Bereich</a:t>
          </a:r>
        </a:p>
      </dgm:t>
    </dgm:pt>
    <dgm:pt modelId="{E52C6AD2-8725-4AA5-9E85-A1D1F4B96A8B}" type="parTrans" cxnId="{7D191A7A-0375-4699-9814-0795A6E60FB5}">
      <dgm:prSet/>
      <dgm:spPr/>
      <dgm:t>
        <a:bodyPr/>
        <a:lstStyle/>
        <a:p>
          <a:endParaRPr lang="en-US"/>
        </a:p>
      </dgm:t>
    </dgm:pt>
    <dgm:pt modelId="{D215AB88-6F23-4044-B84A-613AA85A4DD4}" type="sibTrans" cxnId="{7D191A7A-0375-4699-9814-0795A6E60FB5}">
      <dgm:prSet/>
      <dgm:spPr/>
      <dgm:t>
        <a:bodyPr/>
        <a:lstStyle/>
        <a:p>
          <a:endParaRPr lang="en-US"/>
        </a:p>
      </dgm:t>
    </dgm:pt>
    <dgm:pt modelId="{FA792FF7-0CDC-4A0D-AC7D-16E1574CC82F}">
      <dgm:prSet/>
      <dgm:spPr/>
      <dgm:t>
        <a:bodyPr/>
        <a:lstStyle/>
        <a:p>
          <a:r>
            <a:rPr lang="en-US"/>
            <a:t>Offene Stellen &amp; Informationen</a:t>
          </a:r>
        </a:p>
      </dgm:t>
    </dgm:pt>
    <dgm:pt modelId="{F6E40DB1-D96E-4C02-87C3-E15B8286AFFD}" type="parTrans" cxnId="{1F3A8821-A389-40BE-8F0B-2D8EB98F99D1}">
      <dgm:prSet/>
      <dgm:spPr/>
      <dgm:t>
        <a:bodyPr/>
        <a:lstStyle/>
        <a:p>
          <a:endParaRPr lang="en-US"/>
        </a:p>
      </dgm:t>
    </dgm:pt>
    <dgm:pt modelId="{B56F5330-CCFE-4D4E-B5B2-D3F57CA3BB7F}" type="sibTrans" cxnId="{1F3A8821-A389-40BE-8F0B-2D8EB98F99D1}">
      <dgm:prSet/>
      <dgm:spPr/>
      <dgm:t>
        <a:bodyPr/>
        <a:lstStyle/>
        <a:p>
          <a:endParaRPr lang="en-US"/>
        </a:p>
      </dgm:t>
    </dgm:pt>
    <dgm:pt modelId="{D4808877-6A41-41FE-8DAA-38898ABBB581}">
      <dgm:prSet/>
      <dgm:spPr/>
      <dgm:t>
        <a:bodyPr/>
        <a:lstStyle/>
        <a:p>
          <a:r>
            <a:rPr lang="en-US"/>
            <a:t>Karriereseite: https://nicolay.de/karriere/</a:t>
          </a:r>
        </a:p>
      </dgm:t>
    </dgm:pt>
    <dgm:pt modelId="{0ADABBFE-777D-4AFB-9252-B1166F2E1E60}" type="parTrans" cxnId="{A76FB0CC-C645-41CA-BDAC-C9E50CF42B91}">
      <dgm:prSet/>
      <dgm:spPr/>
      <dgm:t>
        <a:bodyPr/>
        <a:lstStyle/>
        <a:p>
          <a:endParaRPr lang="en-US"/>
        </a:p>
      </dgm:t>
    </dgm:pt>
    <dgm:pt modelId="{F15C8731-E9A6-408C-BE82-10D037465E3B}" type="sibTrans" cxnId="{A76FB0CC-C645-41CA-BDAC-C9E50CF42B91}">
      <dgm:prSet/>
      <dgm:spPr/>
      <dgm:t>
        <a:bodyPr/>
        <a:lstStyle/>
        <a:p>
          <a:endParaRPr lang="en-US"/>
        </a:p>
      </dgm:t>
    </dgm:pt>
    <dgm:pt modelId="{06A5BC4C-445B-49D5-A5B0-BFB45104B8DA}" type="pres">
      <dgm:prSet presAssocID="{45133BB3-D0E9-4A48-A72E-9B2A5F579B7C}" presName="diagram" presStyleCnt="0">
        <dgm:presLayoutVars>
          <dgm:dir/>
          <dgm:resizeHandles val="exact"/>
        </dgm:presLayoutVars>
      </dgm:prSet>
      <dgm:spPr/>
    </dgm:pt>
    <dgm:pt modelId="{51A9BA94-BC6D-4431-BE87-C4AF1B0E4320}" type="pres">
      <dgm:prSet presAssocID="{495CFF20-9D1C-4A8C-8B5B-5634D3B74D48}" presName="node" presStyleLbl="node1" presStyleIdx="0" presStyleCnt="3">
        <dgm:presLayoutVars>
          <dgm:bulletEnabled val="1"/>
        </dgm:presLayoutVars>
      </dgm:prSet>
      <dgm:spPr/>
    </dgm:pt>
    <dgm:pt modelId="{3B2C51E5-B2C7-4926-9630-6BA272ADE71F}" type="pres">
      <dgm:prSet presAssocID="{D215AB88-6F23-4044-B84A-613AA85A4DD4}" presName="sibTrans" presStyleCnt="0"/>
      <dgm:spPr/>
    </dgm:pt>
    <dgm:pt modelId="{5B3512A7-2C75-43C5-93D2-ABF65A83A875}" type="pres">
      <dgm:prSet presAssocID="{FA792FF7-0CDC-4A0D-AC7D-16E1574CC82F}" presName="node" presStyleLbl="node1" presStyleIdx="1" presStyleCnt="3">
        <dgm:presLayoutVars>
          <dgm:bulletEnabled val="1"/>
        </dgm:presLayoutVars>
      </dgm:prSet>
      <dgm:spPr/>
    </dgm:pt>
    <dgm:pt modelId="{5B6D627E-23BD-44C7-9D52-A84FD753B1D1}" type="pres">
      <dgm:prSet presAssocID="{B56F5330-CCFE-4D4E-B5B2-D3F57CA3BB7F}" presName="sibTrans" presStyleCnt="0"/>
      <dgm:spPr/>
    </dgm:pt>
    <dgm:pt modelId="{6C564B62-481A-4F6C-B325-EBED700841E3}" type="pres">
      <dgm:prSet presAssocID="{D4808877-6A41-41FE-8DAA-38898ABBB581}" presName="node" presStyleLbl="node1" presStyleIdx="2" presStyleCnt="3">
        <dgm:presLayoutVars>
          <dgm:bulletEnabled val="1"/>
        </dgm:presLayoutVars>
      </dgm:prSet>
      <dgm:spPr/>
    </dgm:pt>
  </dgm:ptLst>
  <dgm:cxnLst>
    <dgm:cxn modelId="{DF388711-8FB1-493D-BEA2-55A42EC8B17C}" type="presOf" srcId="{FA792FF7-0CDC-4A0D-AC7D-16E1574CC82F}" destId="{5B3512A7-2C75-43C5-93D2-ABF65A83A875}" srcOrd="0" destOrd="0" presId="urn:microsoft.com/office/officeart/2005/8/layout/default"/>
    <dgm:cxn modelId="{1F3A8821-A389-40BE-8F0B-2D8EB98F99D1}" srcId="{45133BB3-D0E9-4A48-A72E-9B2A5F579B7C}" destId="{FA792FF7-0CDC-4A0D-AC7D-16E1574CC82F}" srcOrd="1" destOrd="0" parTransId="{F6E40DB1-D96E-4C02-87C3-E15B8286AFFD}" sibTransId="{B56F5330-CCFE-4D4E-B5B2-D3F57CA3BB7F}"/>
    <dgm:cxn modelId="{0EBA8736-F1CB-4288-9A56-F31B9CE64FC0}" type="presOf" srcId="{D4808877-6A41-41FE-8DAA-38898ABBB581}" destId="{6C564B62-481A-4F6C-B325-EBED700841E3}" srcOrd="0" destOrd="0" presId="urn:microsoft.com/office/officeart/2005/8/layout/default"/>
    <dgm:cxn modelId="{A0E31956-88A3-4C1E-8DFF-C689686BE2D0}" type="presOf" srcId="{495CFF20-9D1C-4A8C-8B5B-5634D3B74D48}" destId="{51A9BA94-BC6D-4431-BE87-C4AF1B0E4320}" srcOrd="0" destOrd="0" presId="urn:microsoft.com/office/officeart/2005/8/layout/default"/>
    <dgm:cxn modelId="{7D191A7A-0375-4699-9814-0795A6E60FB5}" srcId="{45133BB3-D0E9-4A48-A72E-9B2A5F579B7C}" destId="{495CFF20-9D1C-4A8C-8B5B-5634D3B74D48}" srcOrd="0" destOrd="0" parTransId="{E52C6AD2-8725-4AA5-9E85-A1D1F4B96A8B}" sibTransId="{D215AB88-6F23-4044-B84A-613AA85A4DD4}"/>
    <dgm:cxn modelId="{6ABCE1BB-7892-4FE2-AA19-24917D7351D4}" type="presOf" srcId="{45133BB3-D0E9-4A48-A72E-9B2A5F579B7C}" destId="{06A5BC4C-445B-49D5-A5B0-BFB45104B8DA}" srcOrd="0" destOrd="0" presId="urn:microsoft.com/office/officeart/2005/8/layout/default"/>
    <dgm:cxn modelId="{A76FB0CC-C645-41CA-BDAC-C9E50CF42B91}" srcId="{45133BB3-D0E9-4A48-A72E-9B2A5F579B7C}" destId="{D4808877-6A41-41FE-8DAA-38898ABBB581}" srcOrd="2" destOrd="0" parTransId="{0ADABBFE-777D-4AFB-9252-B1166F2E1E60}" sibTransId="{F15C8731-E9A6-408C-BE82-10D037465E3B}"/>
    <dgm:cxn modelId="{0EC51966-7C3E-4E9B-ADBD-82F023EF251B}" type="presParOf" srcId="{06A5BC4C-445B-49D5-A5B0-BFB45104B8DA}" destId="{51A9BA94-BC6D-4431-BE87-C4AF1B0E4320}" srcOrd="0" destOrd="0" presId="urn:microsoft.com/office/officeart/2005/8/layout/default"/>
    <dgm:cxn modelId="{95ACCB2B-EA9C-42D3-94B4-03EA8C334C24}" type="presParOf" srcId="{06A5BC4C-445B-49D5-A5B0-BFB45104B8DA}" destId="{3B2C51E5-B2C7-4926-9630-6BA272ADE71F}" srcOrd="1" destOrd="0" presId="urn:microsoft.com/office/officeart/2005/8/layout/default"/>
    <dgm:cxn modelId="{493985BF-6272-4EFE-8BFC-E6D6060A04DD}" type="presParOf" srcId="{06A5BC4C-445B-49D5-A5B0-BFB45104B8DA}" destId="{5B3512A7-2C75-43C5-93D2-ABF65A83A875}" srcOrd="2" destOrd="0" presId="urn:microsoft.com/office/officeart/2005/8/layout/default"/>
    <dgm:cxn modelId="{76E848C2-421E-455D-AEBB-71C8D19885EB}" type="presParOf" srcId="{06A5BC4C-445B-49D5-A5B0-BFB45104B8DA}" destId="{5B6D627E-23BD-44C7-9D52-A84FD753B1D1}" srcOrd="3" destOrd="0" presId="urn:microsoft.com/office/officeart/2005/8/layout/default"/>
    <dgm:cxn modelId="{C7AE6D61-C885-4AE0-BBA6-6F851BADBC4F}" type="presParOf" srcId="{06A5BC4C-445B-49D5-A5B0-BFB45104B8DA}" destId="{6C564B62-481A-4F6C-B325-EBED700841E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C5E2CF-0ADF-4621-B241-F509F774349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DEA1904-B49D-4019-B48C-816EDDB4DDBA}">
      <dgm:prSet/>
      <dgm:spPr/>
      <dgm:t>
        <a:bodyPr/>
        <a:lstStyle/>
        <a:p>
          <a:pPr>
            <a:defRPr cap="all"/>
          </a:pPr>
          <a:r>
            <a:rPr lang="en-US"/>
            <a:t>Gemeinschaft – Glühwein, Punsch &amp; Musik</a:t>
          </a:r>
        </a:p>
      </dgm:t>
    </dgm:pt>
    <dgm:pt modelId="{3A099401-89EE-4957-9E5C-8A01EDC1EA35}" type="parTrans" cxnId="{D193A3BA-E157-4EE8-84E4-496FDDFBDD3A}">
      <dgm:prSet/>
      <dgm:spPr/>
      <dgm:t>
        <a:bodyPr/>
        <a:lstStyle/>
        <a:p>
          <a:endParaRPr lang="en-US"/>
        </a:p>
      </dgm:t>
    </dgm:pt>
    <dgm:pt modelId="{2B678183-2E4C-4BE1-8F21-753A2AF95739}" type="sibTrans" cxnId="{D193A3BA-E157-4EE8-84E4-496FDDFBDD3A}">
      <dgm:prSet/>
      <dgm:spPr/>
      <dgm:t>
        <a:bodyPr/>
        <a:lstStyle/>
        <a:p>
          <a:endParaRPr lang="en-US"/>
        </a:p>
      </dgm:t>
    </dgm:pt>
    <dgm:pt modelId="{3221C43B-D3DD-4621-A6CD-B9DDE0A0A259}">
      <dgm:prSet/>
      <dgm:spPr/>
      <dgm:t>
        <a:bodyPr/>
        <a:lstStyle/>
        <a:p>
          <a:pPr>
            <a:defRPr cap="all"/>
          </a:pPr>
          <a:r>
            <a:rPr lang="en-US"/>
            <a:t>Jahresabschluss &amp; Dank an alle Mitarbeiter</a:t>
          </a:r>
        </a:p>
      </dgm:t>
    </dgm:pt>
    <dgm:pt modelId="{41728822-2E3C-4933-86C1-4CC33CE0CEC0}" type="parTrans" cxnId="{6D4FACCD-C177-451F-9D5D-11D795B0C40B}">
      <dgm:prSet/>
      <dgm:spPr/>
      <dgm:t>
        <a:bodyPr/>
        <a:lstStyle/>
        <a:p>
          <a:endParaRPr lang="en-US"/>
        </a:p>
      </dgm:t>
    </dgm:pt>
    <dgm:pt modelId="{6E6D664F-A9C7-42F1-AFEB-956EF7557B08}" type="sibTrans" cxnId="{6D4FACCD-C177-451F-9D5D-11D795B0C40B}">
      <dgm:prSet/>
      <dgm:spPr/>
      <dgm:t>
        <a:bodyPr/>
        <a:lstStyle/>
        <a:p>
          <a:endParaRPr lang="en-US"/>
        </a:p>
      </dgm:t>
    </dgm:pt>
    <dgm:pt modelId="{52E7B1C0-E7C9-4AE9-A4D3-BB6C28E7B371}">
      <dgm:prSet/>
      <dgm:spPr/>
      <dgm:t>
        <a:bodyPr/>
        <a:lstStyle/>
        <a:p>
          <a:pPr>
            <a:defRPr cap="all"/>
          </a:pPr>
          <a:r>
            <a:rPr lang="en-US"/>
            <a:t>Intern: Bilder/Video: http://srvnicweb/dokuwiki/</a:t>
          </a:r>
        </a:p>
      </dgm:t>
    </dgm:pt>
    <dgm:pt modelId="{B15D3F59-F501-4D6F-B419-F426DBF37238}" type="parTrans" cxnId="{050C8FA2-A606-455E-8696-BFF6C806021D}">
      <dgm:prSet/>
      <dgm:spPr/>
      <dgm:t>
        <a:bodyPr/>
        <a:lstStyle/>
        <a:p>
          <a:endParaRPr lang="en-US"/>
        </a:p>
      </dgm:t>
    </dgm:pt>
    <dgm:pt modelId="{276DF839-4A9F-4BF1-9F4A-14FB877AED86}" type="sibTrans" cxnId="{050C8FA2-A606-455E-8696-BFF6C806021D}">
      <dgm:prSet/>
      <dgm:spPr/>
      <dgm:t>
        <a:bodyPr/>
        <a:lstStyle/>
        <a:p>
          <a:endParaRPr lang="en-US"/>
        </a:p>
      </dgm:t>
    </dgm:pt>
    <dgm:pt modelId="{0F619D90-497B-4253-956E-F1359ADC6009}" type="pres">
      <dgm:prSet presAssocID="{6FC5E2CF-0ADF-4621-B241-F509F7743490}" presName="root" presStyleCnt="0">
        <dgm:presLayoutVars>
          <dgm:dir/>
          <dgm:resizeHandles val="exact"/>
        </dgm:presLayoutVars>
      </dgm:prSet>
      <dgm:spPr/>
    </dgm:pt>
    <dgm:pt modelId="{3AA13866-F85F-4C83-9D58-28A251A7EC63}" type="pres">
      <dgm:prSet presAssocID="{FDEA1904-B49D-4019-B48C-816EDDB4DDBA}" presName="compNode" presStyleCnt="0"/>
      <dgm:spPr/>
    </dgm:pt>
    <dgm:pt modelId="{BA50674C-F80C-4C86-AEFD-79001F1DC986}" type="pres">
      <dgm:prSet presAssocID="{FDEA1904-B49D-4019-B48C-816EDDB4DDBA}" presName="iconBgRect" presStyleLbl="bgShp" presStyleIdx="0" presStyleCnt="3"/>
      <dgm:spPr/>
    </dgm:pt>
    <dgm:pt modelId="{797C9CD3-76A7-4413-BACF-ED2731491915}" type="pres">
      <dgm:prSet presAssocID="{FDEA1904-B49D-4019-B48C-816EDDB4DD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igent"/>
        </a:ext>
      </dgm:extLst>
    </dgm:pt>
    <dgm:pt modelId="{A4868571-44AF-4DA3-8720-456A660C0D1A}" type="pres">
      <dgm:prSet presAssocID="{FDEA1904-B49D-4019-B48C-816EDDB4DDBA}" presName="spaceRect" presStyleCnt="0"/>
      <dgm:spPr/>
    </dgm:pt>
    <dgm:pt modelId="{D4990C37-0FA5-47C4-BA41-146EDAB68567}" type="pres">
      <dgm:prSet presAssocID="{FDEA1904-B49D-4019-B48C-816EDDB4DDBA}" presName="textRect" presStyleLbl="revTx" presStyleIdx="0" presStyleCnt="3">
        <dgm:presLayoutVars>
          <dgm:chMax val="1"/>
          <dgm:chPref val="1"/>
        </dgm:presLayoutVars>
      </dgm:prSet>
      <dgm:spPr/>
    </dgm:pt>
    <dgm:pt modelId="{FF6E6EDB-312A-49C9-ADD9-6F62C74A8505}" type="pres">
      <dgm:prSet presAssocID="{2B678183-2E4C-4BE1-8F21-753A2AF95739}" presName="sibTrans" presStyleCnt="0"/>
      <dgm:spPr/>
    </dgm:pt>
    <dgm:pt modelId="{EA5B49ED-FEB3-4EBA-8F46-E1DA343B0B54}" type="pres">
      <dgm:prSet presAssocID="{3221C43B-D3DD-4621-A6CD-B9DDE0A0A259}" presName="compNode" presStyleCnt="0"/>
      <dgm:spPr/>
    </dgm:pt>
    <dgm:pt modelId="{2088ABBE-95F4-4AF2-B72D-54B87BC37517}" type="pres">
      <dgm:prSet presAssocID="{3221C43B-D3DD-4621-A6CD-B9DDE0A0A259}" presName="iconBgRect" presStyleLbl="bgShp" presStyleIdx="1" presStyleCnt="3"/>
      <dgm:spPr/>
    </dgm:pt>
    <dgm:pt modelId="{6FF8BBBC-2606-4E8C-817D-B168FFD6D9BE}" type="pres">
      <dgm:prSet presAssocID="{3221C43B-D3DD-4621-A6CD-B9DDE0A0A25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pe"/>
        </a:ext>
      </dgm:extLst>
    </dgm:pt>
    <dgm:pt modelId="{C0A76AA1-F20C-47BD-B8AE-7B20AB37008E}" type="pres">
      <dgm:prSet presAssocID="{3221C43B-D3DD-4621-A6CD-B9DDE0A0A259}" presName="spaceRect" presStyleCnt="0"/>
      <dgm:spPr/>
    </dgm:pt>
    <dgm:pt modelId="{7B0FAC99-BC7F-47A9-B903-42DF65B4092F}" type="pres">
      <dgm:prSet presAssocID="{3221C43B-D3DD-4621-A6CD-B9DDE0A0A259}" presName="textRect" presStyleLbl="revTx" presStyleIdx="1" presStyleCnt="3">
        <dgm:presLayoutVars>
          <dgm:chMax val="1"/>
          <dgm:chPref val="1"/>
        </dgm:presLayoutVars>
      </dgm:prSet>
      <dgm:spPr/>
    </dgm:pt>
    <dgm:pt modelId="{12F545B7-15F1-43D9-B9F6-BBCAA194EB25}" type="pres">
      <dgm:prSet presAssocID="{6E6D664F-A9C7-42F1-AFEB-956EF7557B08}" presName="sibTrans" presStyleCnt="0"/>
      <dgm:spPr/>
    </dgm:pt>
    <dgm:pt modelId="{0C780D20-333E-4DE7-84A1-3AF1ACFADB45}" type="pres">
      <dgm:prSet presAssocID="{52E7B1C0-E7C9-4AE9-A4D3-BB6C28E7B371}" presName="compNode" presStyleCnt="0"/>
      <dgm:spPr/>
    </dgm:pt>
    <dgm:pt modelId="{E0ED28E9-F7F2-4954-B233-9EC3E1BD605E}" type="pres">
      <dgm:prSet presAssocID="{52E7B1C0-E7C9-4AE9-A4D3-BB6C28E7B371}" presName="iconBgRect" presStyleLbl="bgShp" presStyleIdx="2" presStyleCnt="3"/>
      <dgm:spPr/>
    </dgm:pt>
    <dgm:pt modelId="{0D550CFE-A43E-429B-87D3-26E1725972C5}" type="pres">
      <dgm:prSet presAssocID="{52E7B1C0-E7C9-4AE9-A4D3-BB6C28E7B3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mera"/>
        </a:ext>
      </dgm:extLst>
    </dgm:pt>
    <dgm:pt modelId="{5524E646-AC5C-4F72-BC8D-EF0CFE203A5A}" type="pres">
      <dgm:prSet presAssocID="{52E7B1C0-E7C9-4AE9-A4D3-BB6C28E7B371}" presName="spaceRect" presStyleCnt="0"/>
      <dgm:spPr/>
    </dgm:pt>
    <dgm:pt modelId="{1CC59280-6A18-4CBF-AD70-1FFE92F9325A}" type="pres">
      <dgm:prSet presAssocID="{52E7B1C0-E7C9-4AE9-A4D3-BB6C28E7B3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9F9324-AE61-46F3-9976-0728816CE76E}" type="presOf" srcId="{FDEA1904-B49D-4019-B48C-816EDDB4DDBA}" destId="{D4990C37-0FA5-47C4-BA41-146EDAB68567}" srcOrd="0" destOrd="0" presId="urn:microsoft.com/office/officeart/2018/5/layout/IconCircleLabelList"/>
    <dgm:cxn modelId="{BF936A6F-6BB7-4AEB-BA2E-ED8A3DC07666}" type="presOf" srcId="{52E7B1C0-E7C9-4AE9-A4D3-BB6C28E7B371}" destId="{1CC59280-6A18-4CBF-AD70-1FFE92F9325A}" srcOrd="0" destOrd="0" presId="urn:microsoft.com/office/officeart/2018/5/layout/IconCircleLabelList"/>
    <dgm:cxn modelId="{050C8FA2-A606-455E-8696-BFF6C806021D}" srcId="{6FC5E2CF-0ADF-4621-B241-F509F7743490}" destId="{52E7B1C0-E7C9-4AE9-A4D3-BB6C28E7B371}" srcOrd="2" destOrd="0" parTransId="{B15D3F59-F501-4D6F-B419-F426DBF37238}" sibTransId="{276DF839-4A9F-4BF1-9F4A-14FB877AED86}"/>
    <dgm:cxn modelId="{4EC56DB0-F5CD-4197-BFBF-02C8D2FCFCE4}" type="presOf" srcId="{6FC5E2CF-0ADF-4621-B241-F509F7743490}" destId="{0F619D90-497B-4253-956E-F1359ADC6009}" srcOrd="0" destOrd="0" presId="urn:microsoft.com/office/officeart/2018/5/layout/IconCircleLabelList"/>
    <dgm:cxn modelId="{D193A3BA-E157-4EE8-84E4-496FDDFBDD3A}" srcId="{6FC5E2CF-0ADF-4621-B241-F509F7743490}" destId="{FDEA1904-B49D-4019-B48C-816EDDB4DDBA}" srcOrd="0" destOrd="0" parTransId="{3A099401-89EE-4957-9E5C-8A01EDC1EA35}" sibTransId="{2B678183-2E4C-4BE1-8F21-753A2AF95739}"/>
    <dgm:cxn modelId="{D16635BE-5759-41EF-BEAE-705A86972110}" type="presOf" srcId="{3221C43B-D3DD-4621-A6CD-B9DDE0A0A259}" destId="{7B0FAC99-BC7F-47A9-B903-42DF65B4092F}" srcOrd="0" destOrd="0" presId="urn:microsoft.com/office/officeart/2018/5/layout/IconCircleLabelList"/>
    <dgm:cxn modelId="{6D4FACCD-C177-451F-9D5D-11D795B0C40B}" srcId="{6FC5E2CF-0ADF-4621-B241-F509F7743490}" destId="{3221C43B-D3DD-4621-A6CD-B9DDE0A0A259}" srcOrd="1" destOrd="0" parTransId="{41728822-2E3C-4933-86C1-4CC33CE0CEC0}" sibTransId="{6E6D664F-A9C7-42F1-AFEB-956EF7557B08}"/>
    <dgm:cxn modelId="{9988CCEA-EEED-450F-836C-F0DF32D9D59E}" type="presParOf" srcId="{0F619D90-497B-4253-956E-F1359ADC6009}" destId="{3AA13866-F85F-4C83-9D58-28A251A7EC63}" srcOrd="0" destOrd="0" presId="urn:microsoft.com/office/officeart/2018/5/layout/IconCircleLabelList"/>
    <dgm:cxn modelId="{D4E8E295-CBD3-4C53-847F-AE8A43BB0C91}" type="presParOf" srcId="{3AA13866-F85F-4C83-9D58-28A251A7EC63}" destId="{BA50674C-F80C-4C86-AEFD-79001F1DC986}" srcOrd="0" destOrd="0" presId="urn:microsoft.com/office/officeart/2018/5/layout/IconCircleLabelList"/>
    <dgm:cxn modelId="{64054CD0-17AB-4F5F-8957-2DB6DD2CDDD4}" type="presParOf" srcId="{3AA13866-F85F-4C83-9D58-28A251A7EC63}" destId="{797C9CD3-76A7-4413-BACF-ED2731491915}" srcOrd="1" destOrd="0" presId="urn:microsoft.com/office/officeart/2018/5/layout/IconCircleLabelList"/>
    <dgm:cxn modelId="{9D9A6BF9-2147-408D-B64E-EB42E8C0159D}" type="presParOf" srcId="{3AA13866-F85F-4C83-9D58-28A251A7EC63}" destId="{A4868571-44AF-4DA3-8720-456A660C0D1A}" srcOrd="2" destOrd="0" presId="urn:microsoft.com/office/officeart/2018/5/layout/IconCircleLabelList"/>
    <dgm:cxn modelId="{4415F43D-7468-465E-A90A-E3C85ED3FBCE}" type="presParOf" srcId="{3AA13866-F85F-4C83-9D58-28A251A7EC63}" destId="{D4990C37-0FA5-47C4-BA41-146EDAB68567}" srcOrd="3" destOrd="0" presId="urn:microsoft.com/office/officeart/2018/5/layout/IconCircleLabelList"/>
    <dgm:cxn modelId="{9C82A777-F93B-4D3F-8855-9D3630EB2D81}" type="presParOf" srcId="{0F619D90-497B-4253-956E-F1359ADC6009}" destId="{FF6E6EDB-312A-49C9-ADD9-6F62C74A8505}" srcOrd="1" destOrd="0" presId="urn:microsoft.com/office/officeart/2018/5/layout/IconCircleLabelList"/>
    <dgm:cxn modelId="{A131EA5C-CE19-4A4E-B774-0FDFD1FC9872}" type="presParOf" srcId="{0F619D90-497B-4253-956E-F1359ADC6009}" destId="{EA5B49ED-FEB3-4EBA-8F46-E1DA343B0B54}" srcOrd="2" destOrd="0" presId="urn:microsoft.com/office/officeart/2018/5/layout/IconCircleLabelList"/>
    <dgm:cxn modelId="{2FA2C202-49D2-4414-A3CE-2BED6E5108D7}" type="presParOf" srcId="{EA5B49ED-FEB3-4EBA-8F46-E1DA343B0B54}" destId="{2088ABBE-95F4-4AF2-B72D-54B87BC37517}" srcOrd="0" destOrd="0" presId="urn:microsoft.com/office/officeart/2018/5/layout/IconCircleLabelList"/>
    <dgm:cxn modelId="{EFCF4E96-C1BA-49C1-8D5F-CA10254C03E4}" type="presParOf" srcId="{EA5B49ED-FEB3-4EBA-8F46-E1DA343B0B54}" destId="{6FF8BBBC-2606-4E8C-817D-B168FFD6D9BE}" srcOrd="1" destOrd="0" presId="urn:microsoft.com/office/officeart/2018/5/layout/IconCircleLabelList"/>
    <dgm:cxn modelId="{09337E9E-7C87-42F8-8D8E-CE5915DC7BAC}" type="presParOf" srcId="{EA5B49ED-FEB3-4EBA-8F46-E1DA343B0B54}" destId="{C0A76AA1-F20C-47BD-B8AE-7B20AB37008E}" srcOrd="2" destOrd="0" presId="urn:microsoft.com/office/officeart/2018/5/layout/IconCircleLabelList"/>
    <dgm:cxn modelId="{7014F87F-2114-444D-A097-DA9D252F8382}" type="presParOf" srcId="{EA5B49ED-FEB3-4EBA-8F46-E1DA343B0B54}" destId="{7B0FAC99-BC7F-47A9-B903-42DF65B4092F}" srcOrd="3" destOrd="0" presId="urn:microsoft.com/office/officeart/2018/5/layout/IconCircleLabelList"/>
    <dgm:cxn modelId="{4E51F0C3-E483-4C34-B83A-5226A1ACCFF6}" type="presParOf" srcId="{0F619D90-497B-4253-956E-F1359ADC6009}" destId="{12F545B7-15F1-43D9-B9F6-BBCAA194EB25}" srcOrd="3" destOrd="0" presId="urn:microsoft.com/office/officeart/2018/5/layout/IconCircleLabelList"/>
    <dgm:cxn modelId="{3A39726D-1AE1-415D-8002-CBBE27A0EDD5}" type="presParOf" srcId="{0F619D90-497B-4253-956E-F1359ADC6009}" destId="{0C780D20-333E-4DE7-84A1-3AF1ACFADB45}" srcOrd="4" destOrd="0" presId="urn:microsoft.com/office/officeart/2018/5/layout/IconCircleLabelList"/>
    <dgm:cxn modelId="{C1A373F7-0E72-4BE5-A47E-73837F71A24B}" type="presParOf" srcId="{0C780D20-333E-4DE7-84A1-3AF1ACFADB45}" destId="{E0ED28E9-F7F2-4954-B233-9EC3E1BD605E}" srcOrd="0" destOrd="0" presId="urn:microsoft.com/office/officeart/2018/5/layout/IconCircleLabelList"/>
    <dgm:cxn modelId="{3E82AF71-19F6-4738-8550-2AFB29CE65A6}" type="presParOf" srcId="{0C780D20-333E-4DE7-84A1-3AF1ACFADB45}" destId="{0D550CFE-A43E-429B-87D3-26E1725972C5}" srcOrd="1" destOrd="0" presId="urn:microsoft.com/office/officeart/2018/5/layout/IconCircleLabelList"/>
    <dgm:cxn modelId="{935A37A2-3C2E-4D05-880D-5CE7C8829654}" type="presParOf" srcId="{0C780D20-333E-4DE7-84A1-3AF1ACFADB45}" destId="{5524E646-AC5C-4F72-BC8D-EF0CFE203A5A}" srcOrd="2" destOrd="0" presId="urn:microsoft.com/office/officeart/2018/5/layout/IconCircleLabelList"/>
    <dgm:cxn modelId="{EC19E757-D389-4059-B7F2-074FE5D9392B}" type="presParOf" srcId="{0C780D20-333E-4DE7-84A1-3AF1ACFADB45}" destId="{1CC59280-6A18-4CBF-AD70-1FFE92F9325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B6C9241-06FA-4970-9214-8A145EAB953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5965AF-4E3B-4526-993A-8F4F1D84DA2B}">
      <dgm:prSet/>
      <dgm:spPr/>
      <dgm:t>
        <a:bodyPr/>
        <a:lstStyle/>
        <a:p>
          <a:r>
            <a:rPr lang="en-US"/>
            <a:t>Graf-Zeppelin-Str. 21, 72202 Nagold</a:t>
          </a:r>
        </a:p>
      </dgm:t>
    </dgm:pt>
    <dgm:pt modelId="{C2F1AA54-4074-4D4E-91B0-CE67A1FEAA82}" type="parTrans" cxnId="{1D8727D4-E99E-4BA6-AB23-AB3103C4B580}">
      <dgm:prSet/>
      <dgm:spPr/>
      <dgm:t>
        <a:bodyPr/>
        <a:lstStyle/>
        <a:p>
          <a:endParaRPr lang="en-US"/>
        </a:p>
      </dgm:t>
    </dgm:pt>
    <dgm:pt modelId="{F1296266-F78E-41E0-A9CF-B8EF2AA528CB}" type="sibTrans" cxnId="{1D8727D4-E99E-4BA6-AB23-AB3103C4B580}">
      <dgm:prSet/>
      <dgm:spPr/>
      <dgm:t>
        <a:bodyPr/>
        <a:lstStyle/>
        <a:p>
          <a:endParaRPr lang="en-US"/>
        </a:p>
      </dgm:t>
    </dgm:pt>
    <dgm:pt modelId="{C8273C3C-760E-4D66-897A-606F8000959E}">
      <dgm:prSet/>
      <dgm:spPr/>
      <dgm:t>
        <a:bodyPr/>
        <a:lstStyle/>
        <a:p>
          <a:r>
            <a:rPr lang="en-US"/>
            <a:t>Tel: +49 7452 823 0</a:t>
          </a:r>
        </a:p>
      </dgm:t>
    </dgm:pt>
    <dgm:pt modelId="{F60E8D4F-B62D-48A9-88F1-59335EAAD9E0}" type="parTrans" cxnId="{86C06A8A-4509-4506-AF26-DC2B56F1F95D}">
      <dgm:prSet/>
      <dgm:spPr/>
      <dgm:t>
        <a:bodyPr/>
        <a:lstStyle/>
        <a:p>
          <a:endParaRPr lang="en-US"/>
        </a:p>
      </dgm:t>
    </dgm:pt>
    <dgm:pt modelId="{A8809196-9296-454C-8DDF-8E72EE159821}" type="sibTrans" cxnId="{86C06A8A-4509-4506-AF26-DC2B56F1F95D}">
      <dgm:prSet/>
      <dgm:spPr/>
      <dgm:t>
        <a:bodyPr/>
        <a:lstStyle/>
        <a:p>
          <a:endParaRPr lang="en-US"/>
        </a:p>
      </dgm:t>
    </dgm:pt>
    <dgm:pt modelId="{767D353C-AA2A-4842-A5C7-68DDE002C070}">
      <dgm:prSet/>
      <dgm:spPr/>
      <dgm:t>
        <a:bodyPr/>
        <a:lstStyle/>
        <a:p>
          <a:r>
            <a:rPr lang="en-US"/>
            <a:t>Mail: info@nicolay.de</a:t>
          </a:r>
        </a:p>
      </dgm:t>
    </dgm:pt>
    <dgm:pt modelId="{9F67B74F-D2E0-4399-8168-986739D259BD}" type="parTrans" cxnId="{A48A6F50-600E-4E9D-BA39-0BE411188079}">
      <dgm:prSet/>
      <dgm:spPr/>
      <dgm:t>
        <a:bodyPr/>
        <a:lstStyle/>
        <a:p>
          <a:endParaRPr lang="en-US"/>
        </a:p>
      </dgm:t>
    </dgm:pt>
    <dgm:pt modelId="{F55C09E4-75C8-4683-A46C-DAFE84468EBC}" type="sibTrans" cxnId="{A48A6F50-600E-4E9D-BA39-0BE411188079}">
      <dgm:prSet/>
      <dgm:spPr/>
      <dgm:t>
        <a:bodyPr/>
        <a:lstStyle/>
        <a:p>
          <a:endParaRPr lang="en-US"/>
        </a:p>
      </dgm:t>
    </dgm:pt>
    <dgm:pt modelId="{DA0DC645-4C5F-4E13-AAEC-5B3F737BC41D}">
      <dgm:prSet/>
      <dgm:spPr/>
      <dgm:t>
        <a:bodyPr/>
        <a:lstStyle/>
        <a:p>
          <a:r>
            <a:rPr lang="en-US"/>
            <a:t>Kontaktseite: https://nicolay.de/kontakt/</a:t>
          </a:r>
        </a:p>
      </dgm:t>
    </dgm:pt>
    <dgm:pt modelId="{48FC9E0A-46FE-430B-8E25-C5449403A750}" type="parTrans" cxnId="{170615A5-AC3D-4B3D-81BB-CC217E192CC2}">
      <dgm:prSet/>
      <dgm:spPr/>
      <dgm:t>
        <a:bodyPr/>
        <a:lstStyle/>
        <a:p>
          <a:endParaRPr lang="en-US"/>
        </a:p>
      </dgm:t>
    </dgm:pt>
    <dgm:pt modelId="{AE384A84-64E1-4F47-BFAB-7C6D81B18F78}" type="sibTrans" cxnId="{170615A5-AC3D-4B3D-81BB-CC217E192CC2}">
      <dgm:prSet/>
      <dgm:spPr/>
      <dgm:t>
        <a:bodyPr/>
        <a:lstStyle/>
        <a:p>
          <a:endParaRPr lang="en-US"/>
        </a:p>
      </dgm:t>
    </dgm:pt>
    <dgm:pt modelId="{3A74F1A3-A5BB-4A4C-AAA3-4784C2E384F4}" type="pres">
      <dgm:prSet presAssocID="{FB6C9241-06FA-4970-9214-8A145EAB9537}" presName="diagram" presStyleCnt="0">
        <dgm:presLayoutVars>
          <dgm:dir/>
          <dgm:resizeHandles val="exact"/>
        </dgm:presLayoutVars>
      </dgm:prSet>
      <dgm:spPr/>
    </dgm:pt>
    <dgm:pt modelId="{F560437D-433A-484B-9047-BE6B83FFF8F0}" type="pres">
      <dgm:prSet presAssocID="{A65965AF-4E3B-4526-993A-8F4F1D84DA2B}" presName="node" presStyleLbl="node1" presStyleIdx="0" presStyleCnt="4">
        <dgm:presLayoutVars>
          <dgm:bulletEnabled val="1"/>
        </dgm:presLayoutVars>
      </dgm:prSet>
      <dgm:spPr/>
    </dgm:pt>
    <dgm:pt modelId="{FA2F588C-152F-49FD-9834-DFB8CCCCD3BB}" type="pres">
      <dgm:prSet presAssocID="{F1296266-F78E-41E0-A9CF-B8EF2AA528CB}" presName="sibTrans" presStyleCnt="0"/>
      <dgm:spPr/>
    </dgm:pt>
    <dgm:pt modelId="{937E37FB-0178-4C51-9233-2F6747CB9333}" type="pres">
      <dgm:prSet presAssocID="{C8273C3C-760E-4D66-897A-606F8000959E}" presName="node" presStyleLbl="node1" presStyleIdx="1" presStyleCnt="4">
        <dgm:presLayoutVars>
          <dgm:bulletEnabled val="1"/>
        </dgm:presLayoutVars>
      </dgm:prSet>
      <dgm:spPr/>
    </dgm:pt>
    <dgm:pt modelId="{F2136BFC-7603-48EA-987E-16C67BFF2D91}" type="pres">
      <dgm:prSet presAssocID="{A8809196-9296-454C-8DDF-8E72EE159821}" presName="sibTrans" presStyleCnt="0"/>
      <dgm:spPr/>
    </dgm:pt>
    <dgm:pt modelId="{79A9E778-E238-408F-8D4E-35D04641BCC4}" type="pres">
      <dgm:prSet presAssocID="{767D353C-AA2A-4842-A5C7-68DDE002C070}" presName="node" presStyleLbl="node1" presStyleIdx="2" presStyleCnt="4">
        <dgm:presLayoutVars>
          <dgm:bulletEnabled val="1"/>
        </dgm:presLayoutVars>
      </dgm:prSet>
      <dgm:spPr/>
    </dgm:pt>
    <dgm:pt modelId="{A9F108E3-48C5-4C27-A694-61420B31B3F2}" type="pres">
      <dgm:prSet presAssocID="{F55C09E4-75C8-4683-A46C-DAFE84468EBC}" presName="sibTrans" presStyleCnt="0"/>
      <dgm:spPr/>
    </dgm:pt>
    <dgm:pt modelId="{AE1FE308-9823-4133-8129-4BC7DFEBE462}" type="pres">
      <dgm:prSet presAssocID="{DA0DC645-4C5F-4E13-AAEC-5B3F737BC41D}" presName="node" presStyleLbl="node1" presStyleIdx="3" presStyleCnt="4">
        <dgm:presLayoutVars>
          <dgm:bulletEnabled val="1"/>
        </dgm:presLayoutVars>
      </dgm:prSet>
      <dgm:spPr/>
    </dgm:pt>
  </dgm:ptLst>
  <dgm:cxnLst>
    <dgm:cxn modelId="{5EE63E05-5026-48EF-984C-50F8A9C2178F}" type="presOf" srcId="{767D353C-AA2A-4842-A5C7-68DDE002C070}" destId="{79A9E778-E238-408F-8D4E-35D04641BCC4}" srcOrd="0" destOrd="0" presId="urn:microsoft.com/office/officeart/2005/8/layout/default"/>
    <dgm:cxn modelId="{E117B764-C92E-4B44-BC89-79E7BF715E14}" type="presOf" srcId="{DA0DC645-4C5F-4E13-AAEC-5B3F737BC41D}" destId="{AE1FE308-9823-4133-8129-4BC7DFEBE462}" srcOrd="0" destOrd="0" presId="urn:microsoft.com/office/officeart/2005/8/layout/default"/>
    <dgm:cxn modelId="{A48A6F50-600E-4E9D-BA39-0BE411188079}" srcId="{FB6C9241-06FA-4970-9214-8A145EAB9537}" destId="{767D353C-AA2A-4842-A5C7-68DDE002C070}" srcOrd="2" destOrd="0" parTransId="{9F67B74F-D2E0-4399-8168-986739D259BD}" sibTransId="{F55C09E4-75C8-4683-A46C-DAFE84468EBC}"/>
    <dgm:cxn modelId="{86C06A8A-4509-4506-AF26-DC2B56F1F95D}" srcId="{FB6C9241-06FA-4970-9214-8A145EAB9537}" destId="{C8273C3C-760E-4D66-897A-606F8000959E}" srcOrd="1" destOrd="0" parTransId="{F60E8D4F-B62D-48A9-88F1-59335EAAD9E0}" sibTransId="{A8809196-9296-454C-8DDF-8E72EE159821}"/>
    <dgm:cxn modelId="{170615A5-AC3D-4B3D-81BB-CC217E192CC2}" srcId="{FB6C9241-06FA-4970-9214-8A145EAB9537}" destId="{DA0DC645-4C5F-4E13-AAEC-5B3F737BC41D}" srcOrd="3" destOrd="0" parTransId="{48FC9E0A-46FE-430B-8E25-C5449403A750}" sibTransId="{AE384A84-64E1-4F47-BFAB-7C6D81B18F78}"/>
    <dgm:cxn modelId="{DF1BBAB7-5AC3-49BC-9E69-D1DF59AB4851}" type="presOf" srcId="{A65965AF-4E3B-4526-993A-8F4F1D84DA2B}" destId="{F560437D-433A-484B-9047-BE6B83FFF8F0}" srcOrd="0" destOrd="0" presId="urn:microsoft.com/office/officeart/2005/8/layout/default"/>
    <dgm:cxn modelId="{1D8727D4-E99E-4BA6-AB23-AB3103C4B580}" srcId="{FB6C9241-06FA-4970-9214-8A145EAB9537}" destId="{A65965AF-4E3B-4526-993A-8F4F1D84DA2B}" srcOrd="0" destOrd="0" parTransId="{C2F1AA54-4074-4D4E-91B0-CE67A1FEAA82}" sibTransId="{F1296266-F78E-41E0-A9CF-B8EF2AA528CB}"/>
    <dgm:cxn modelId="{9FF682EC-0D46-49E7-BD6A-0C2BBC12459B}" type="presOf" srcId="{C8273C3C-760E-4D66-897A-606F8000959E}" destId="{937E37FB-0178-4C51-9233-2F6747CB9333}" srcOrd="0" destOrd="0" presId="urn:microsoft.com/office/officeart/2005/8/layout/default"/>
    <dgm:cxn modelId="{CF7722F9-2080-4FDA-AA3C-112FFE18B252}" type="presOf" srcId="{FB6C9241-06FA-4970-9214-8A145EAB9537}" destId="{3A74F1A3-A5BB-4A4C-AAA3-4784C2E384F4}" srcOrd="0" destOrd="0" presId="urn:microsoft.com/office/officeart/2005/8/layout/default"/>
    <dgm:cxn modelId="{4C5D4204-B793-4A8C-AFA3-ECA07727E9D4}" type="presParOf" srcId="{3A74F1A3-A5BB-4A4C-AAA3-4784C2E384F4}" destId="{F560437D-433A-484B-9047-BE6B83FFF8F0}" srcOrd="0" destOrd="0" presId="urn:microsoft.com/office/officeart/2005/8/layout/default"/>
    <dgm:cxn modelId="{CBA26D28-8B1A-4E8E-9CB4-5E0D3A1A5C10}" type="presParOf" srcId="{3A74F1A3-A5BB-4A4C-AAA3-4784C2E384F4}" destId="{FA2F588C-152F-49FD-9834-DFB8CCCCD3BB}" srcOrd="1" destOrd="0" presId="urn:microsoft.com/office/officeart/2005/8/layout/default"/>
    <dgm:cxn modelId="{6EA30843-CA9A-481F-A14C-0918F3758959}" type="presParOf" srcId="{3A74F1A3-A5BB-4A4C-AAA3-4784C2E384F4}" destId="{937E37FB-0178-4C51-9233-2F6747CB9333}" srcOrd="2" destOrd="0" presId="urn:microsoft.com/office/officeart/2005/8/layout/default"/>
    <dgm:cxn modelId="{81AE869C-F994-4F64-BA4E-92CB91773F20}" type="presParOf" srcId="{3A74F1A3-A5BB-4A4C-AAA3-4784C2E384F4}" destId="{F2136BFC-7603-48EA-987E-16C67BFF2D91}" srcOrd="3" destOrd="0" presId="urn:microsoft.com/office/officeart/2005/8/layout/default"/>
    <dgm:cxn modelId="{6E8DF6A3-B8B8-4964-A9AB-6D5853796A01}" type="presParOf" srcId="{3A74F1A3-A5BB-4A4C-AAA3-4784C2E384F4}" destId="{79A9E778-E238-408F-8D4E-35D04641BCC4}" srcOrd="4" destOrd="0" presId="urn:microsoft.com/office/officeart/2005/8/layout/default"/>
    <dgm:cxn modelId="{EA34C732-BB7D-434B-89C8-9B4EB31E4AB0}" type="presParOf" srcId="{3A74F1A3-A5BB-4A4C-AAA3-4784C2E384F4}" destId="{A9F108E3-48C5-4C27-A694-61420B31B3F2}" srcOrd="5" destOrd="0" presId="urn:microsoft.com/office/officeart/2005/8/layout/default"/>
    <dgm:cxn modelId="{DD7EA5C0-06D8-4B44-BF27-0B829B7EB352}" type="presParOf" srcId="{3A74F1A3-A5BB-4A4C-AAA3-4784C2E384F4}" destId="{AE1FE308-9823-4133-8129-4BC7DFEBE46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74A4C-C676-4598-B77B-8B6F422706F9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3A26B-2FC1-47EF-9485-5B547F7935A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Systempartner für Medizintechnik</a:t>
          </a:r>
        </a:p>
      </dsp:txBody>
      <dsp:txXfrm>
        <a:off x="78583" y="2435142"/>
        <a:ext cx="2399612" cy="720000"/>
      </dsp:txXfrm>
    </dsp:sp>
    <dsp:sp modelId="{AFBF391D-D775-4121-8FF2-EEEE2178E232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8AD83-ECFF-44F3-87AD-782686E5CC15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Innovative Verbindungslösungen &amp; mechatronische Systeme</a:t>
          </a:r>
        </a:p>
      </dsp:txBody>
      <dsp:txXfrm>
        <a:off x="2898129" y="2435142"/>
        <a:ext cx="2399612" cy="720000"/>
      </dsp:txXfrm>
    </dsp:sp>
    <dsp:sp modelId="{A17B07DE-984E-4096-850A-7E3922524E67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6BC0E-9C16-4A8D-8561-E62CD5CFBAA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Website: https://nicolay.de/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BCBE2A-CF3D-46A5-AE4B-49143D808805}">
      <dsp:nvSpPr>
        <dsp:cNvPr id="0" name=""/>
        <dsp:cNvSpPr/>
      </dsp:nvSpPr>
      <dsp:spPr>
        <a:xfrm>
          <a:off x="341781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6D9E2-E0BA-4E01-BB23-9CA415877F05}">
      <dsp:nvSpPr>
        <dsp:cNvPr id="0" name=""/>
        <dsp:cNvSpPr/>
      </dsp:nvSpPr>
      <dsp:spPr>
        <a:xfrm>
          <a:off x="56824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F7A93-B53D-4C89-A19E-BFC41FED1E2C}">
      <dsp:nvSpPr>
        <dsp:cNvPr id="0" name=""/>
        <dsp:cNvSpPr/>
      </dsp:nvSpPr>
      <dsp:spPr>
        <a:xfrm>
          <a:off x="2092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Konfigurierbare EKG/EEG Kabelsysteme</a:t>
          </a:r>
        </a:p>
      </dsp:txBody>
      <dsp:txXfrm>
        <a:off x="2092" y="2322836"/>
        <a:ext cx="1741992" cy="696796"/>
      </dsp:txXfrm>
    </dsp:sp>
    <dsp:sp modelId="{3378F069-C3D9-4950-8856-5BF72BAACF49}">
      <dsp:nvSpPr>
        <dsp:cNvPr id="0" name=""/>
        <dsp:cNvSpPr/>
      </dsp:nvSpPr>
      <dsp:spPr>
        <a:xfrm>
          <a:off x="2388621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569D2-4DA4-4CFC-9270-366B9C0CCF90}">
      <dsp:nvSpPr>
        <dsp:cNvPr id="0" name=""/>
        <dsp:cNvSpPr/>
      </dsp:nvSpPr>
      <dsp:spPr>
        <a:xfrm>
          <a:off x="261508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07DEC-4981-454F-850F-DDCE7B0D9C7E}">
      <dsp:nvSpPr>
        <dsp:cNvPr id="0" name=""/>
        <dsp:cNvSpPr/>
      </dsp:nvSpPr>
      <dsp:spPr>
        <a:xfrm>
          <a:off x="2048933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HF-Chirurgie OEM-Lösungen</a:t>
          </a:r>
        </a:p>
      </dsp:txBody>
      <dsp:txXfrm>
        <a:off x="2048933" y="2322836"/>
        <a:ext cx="1741992" cy="696796"/>
      </dsp:txXfrm>
    </dsp:sp>
    <dsp:sp modelId="{811EC267-4EA0-499F-A220-8F8F2FB7EE6D}">
      <dsp:nvSpPr>
        <dsp:cNvPr id="0" name=""/>
        <dsp:cNvSpPr/>
      </dsp:nvSpPr>
      <dsp:spPr>
        <a:xfrm>
          <a:off x="4435462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7A812-5D2A-47B6-AD79-D6BF44D99E0C}">
      <dsp:nvSpPr>
        <dsp:cNvPr id="0" name=""/>
        <dsp:cNvSpPr/>
      </dsp:nvSpPr>
      <dsp:spPr>
        <a:xfrm>
          <a:off x="4661921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B261B-A365-4492-A301-0CEE9086C32B}">
      <dsp:nvSpPr>
        <dsp:cNvPr id="0" name=""/>
        <dsp:cNvSpPr/>
      </dsp:nvSpPr>
      <dsp:spPr>
        <a:xfrm>
          <a:off x="4095774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Adaptierbare Steckverbinder</a:t>
          </a:r>
        </a:p>
      </dsp:txBody>
      <dsp:txXfrm>
        <a:off x="4095774" y="2322836"/>
        <a:ext cx="1741992" cy="696796"/>
      </dsp:txXfrm>
    </dsp:sp>
    <dsp:sp modelId="{9B5880AE-27D3-43DB-B40E-C3AE0B533CE9}">
      <dsp:nvSpPr>
        <dsp:cNvPr id="0" name=""/>
        <dsp:cNvSpPr/>
      </dsp:nvSpPr>
      <dsp:spPr>
        <a:xfrm>
          <a:off x="6482303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7334B-697A-496A-A5F1-8F8C1E55F13B}">
      <dsp:nvSpPr>
        <dsp:cNvPr id="0" name=""/>
        <dsp:cNvSpPr/>
      </dsp:nvSpPr>
      <dsp:spPr>
        <a:xfrm>
          <a:off x="6708762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23052-D2B2-408A-8831-585F458670A2}">
      <dsp:nvSpPr>
        <dsp:cNvPr id="0" name=""/>
        <dsp:cNvSpPr/>
      </dsp:nvSpPr>
      <dsp:spPr>
        <a:xfrm>
          <a:off x="6142615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Produktwelt: https://nicolay.de/produkte/</a:t>
          </a:r>
        </a:p>
      </dsp:txBody>
      <dsp:txXfrm>
        <a:off x="6142615" y="2322836"/>
        <a:ext cx="1741992" cy="6967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EA759-B2F8-460B-90E9-D3510E2EC790}">
      <dsp:nvSpPr>
        <dsp:cNvPr id="0" name=""/>
        <dsp:cNvSpPr/>
      </dsp:nvSpPr>
      <dsp:spPr>
        <a:xfrm>
          <a:off x="341781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1FD23-0576-46D4-9143-2B2D143F3672}">
      <dsp:nvSpPr>
        <dsp:cNvPr id="0" name=""/>
        <dsp:cNvSpPr/>
      </dsp:nvSpPr>
      <dsp:spPr>
        <a:xfrm>
          <a:off x="56824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E00A4-E9F3-48E2-9AE2-B773B92C9EE3}">
      <dsp:nvSpPr>
        <dsp:cNvPr id="0" name=""/>
        <dsp:cNvSpPr/>
      </dsp:nvSpPr>
      <dsp:spPr>
        <a:xfrm>
          <a:off x="2092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Medizintechnik – Klinik &amp; Praxis</a:t>
          </a:r>
        </a:p>
      </dsp:txBody>
      <dsp:txXfrm>
        <a:off x="2092" y="2322836"/>
        <a:ext cx="1741992" cy="696796"/>
      </dsp:txXfrm>
    </dsp:sp>
    <dsp:sp modelId="{6CD4C7A9-A9B2-49C5-AF25-85F101104FCF}">
      <dsp:nvSpPr>
        <dsp:cNvPr id="0" name=""/>
        <dsp:cNvSpPr/>
      </dsp:nvSpPr>
      <dsp:spPr>
        <a:xfrm>
          <a:off x="2388621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6E471A-6CB5-4085-85F6-BC4442DD80C7}">
      <dsp:nvSpPr>
        <dsp:cNvPr id="0" name=""/>
        <dsp:cNvSpPr/>
      </dsp:nvSpPr>
      <dsp:spPr>
        <a:xfrm>
          <a:off x="261508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08982-34BE-4394-94F4-9DC9DFD9B7A5}">
      <dsp:nvSpPr>
        <dsp:cNvPr id="0" name=""/>
        <dsp:cNvSpPr/>
      </dsp:nvSpPr>
      <dsp:spPr>
        <a:xfrm>
          <a:off x="2048933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Pharma – intelligente Applikationssysteme</a:t>
          </a:r>
        </a:p>
      </dsp:txBody>
      <dsp:txXfrm>
        <a:off x="2048933" y="2322836"/>
        <a:ext cx="1741992" cy="696796"/>
      </dsp:txXfrm>
    </dsp:sp>
    <dsp:sp modelId="{56E28BFD-91BF-4636-99C4-B6037AB34ED3}">
      <dsp:nvSpPr>
        <dsp:cNvPr id="0" name=""/>
        <dsp:cNvSpPr/>
      </dsp:nvSpPr>
      <dsp:spPr>
        <a:xfrm>
          <a:off x="4435462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E6C24-0F3A-4D37-9D33-5F32BF16AB22}">
      <dsp:nvSpPr>
        <dsp:cNvPr id="0" name=""/>
        <dsp:cNvSpPr/>
      </dsp:nvSpPr>
      <dsp:spPr>
        <a:xfrm>
          <a:off x="4661921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CA8F6-CC00-48D8-9FB0-8C44E13FD81F}">
      <dsp:nvSpPr>
        <dsp:cNvPr id="0" name=""/>
        <dsp:cNvSpPr/>
      </dsp:nvSpPr>
      <dsp:spPr>
        <a:xfrm>
          <a:off x="4095774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Diagnostik – Point-of-Care</a:t>
          </a:r>
        </a:p>
      </dsp:txBody>
      <dsp:txXfrm>
        <a:off x="4095774" y="2322836"/>
        <a:ext cx="1741992" cy="696796"/>
      </dsp:txXfrm>
    </dsp:sp>
    <dsp:sp modelId="{EB2E5841-A82E-4563-84D3-24A5352B0C3B}">
      <dsp:nvSpPr>
        <dsp:cNvPr id="0" name=""/>
        <dsp:cNvSpPr/>
      </dsp:nvSpPr>
      <dsp:spPr>
        <a:xfrm>
          <a:off x="6482303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75FBE-8173-4DF2-A3EB-E637346F0049}">
      <dsp:nvSpPr>
        <dsp:cNvPr id="0" name=""/>
        <dsp:cNvSpPr/>
      </dsp:nvSpPr>
      <dsp:spPr>
        <a:xfrm>
          <a:off x="6708762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5CC7D-E769-4527-BFEC-15BBA1F7A569}">
      <dsp:nvSpPr>
        <dsp:cNvPr id="0" name=""/>
        <dsp:cNvSpPr/>
      </dsp:nvSpPr>
      <dsp:spPr>
        <a:xfrm>
          <a:off x="6142615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Link: https://nicolay.de/anwendungen/</a:t>
          </a:r>
        </a:p>
      </dsp:txBody>
      <dsp:txXfrm>
        <a:off x="6142615" y="2322836"/>
        <a:ext cx="1741992" cy="69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DAC33-0CFC-491D-B372-661029884388}">
      <dsp:nvSpPr>
        <dsp:cNvPr id="0" name=""/>
        <dsp:cNvSpPr/>
      </dsp:nvSpPr>
      <dsp:spPr>
        <a:xfrm>
          <a:off x="0" y="2763"/>
          <a:ext cx="788670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Erfahren – Jahrzehntelange Expertise</a:t>
          </a:r>
        </a:p>
      </dsp:txBody>
      <dsp:txXfrm>
        <a:off x="35125" y="37888"/>
        <a:ext cx="7816450" cy="649299"/>
      </dsp:txXfrm>
    </dsp:sp>
    <dsp:sp modelId="{174B8EC7-C751-465C-968B-6D3960798FA2}">
      <dsp:nvSpPr>
        <dsp:cNvPr id="0" name=""/>
        <dsp:cNvSpPr/>
      </dsp:nvSpPr>
      <dsp:spPr>
        <a:xfrm>
          <a:off x="0" y="808713"/>
          <a:ext cx="7886700" cy="719549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Individuell – Kundenspezifische Lösungen</a:t>
          </a:r>
        </a:p>
      </dsp:txBody>
      <dsp:txXfrm>
        <a:off x="35125" y="843838"/>
        <a:ext cx="7816450" cy="649299"/>
      </dsp:txXfrm>
    </dsp:sp>
    <dsp:sp modelId="{6F5C607E-F128-4D61-9595-E511F0442EBD}">
      <dsp:nvSpPr>
        <dsp:cNvPr id="0" name=""/>
        <dsp:cNvSpPr/>
      </dsp:nvSpPr>
      <dsp:spPr>
        <a:xfrm>
          <a:off x="0" y="1614662"/>
          <a:ext cx="7886700" cy="71954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Wirtschaftlich – Effiziente Prozesse</a:t>
          </a:r>
        </a:p>
      </dsp:txBody>
      <dsp:txXfrm>
        <a:off x="35125" y="1649787"/>
        <a:ext cx="7816450" cy="649299"/>
      </dsp:txXfrm>
    </dsp:sp>
    <dsp:sp modelId="{DC0F60A7-67DD-45D1-8D8A-C2B00048CB60}">
      <dsp:nvSpPr>
        <dsp:cNvPr id="0" name=""/>
        <dsp:cNvSpPr/>
      </dsp:nvSpPr>
      <dsp:spPr>
        <a:xfrm>
          <a:off x="0" y="2420613"/>
          <a:ext cx="7886700" cy="719549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Flexibel – Anpassbare Systeme</a:t>
          </a:r>
        </a:p>
      </dsp:txBody>
      <dsp:txXfrm>
        <a:off x="35125" y="2455738"/>
        <a:ext cx="7816450" cy="649299"/>
      </dsp:txXfrm>
    </dsp:sp>
    <dsp:sp modelId="{4BD46FA8-6A6B-4210-A888-2CDE9496DC7B}">
      <dsp:nvSpPr>
        <dsp:cNvPr id="0" name=""/>
        <dsp:cNvSpPr/>
      </dsp:nvSpPr>
      <dsp:spPr>
        <a:xfrm>
          <a:off x="0" y="3226563"/>
          <a:ext cx="7886700" cy="7195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Link: https://nicolay.de/unternehmen/</a:t>
          </a:r>
        </a:p>
      </dsp:txBody>
      <dsp:txXfrm>
        <a:off x="35125" y="3261688"/>
        <a:ext cx="7816450" cy="649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9BA94-BC6D-4431-BE87-C4AF1B0E4320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Entwicklungsmöglichkeiten im MedTech-Bereich</a:t>
          </a:r>
        </a:p>
      </dsp:txBody>
      <dsp:txXfrm>
        <a:off x="757092" y="1992"/>
        <a:ext cx="3034531" cy="1820718"/>
      </dsp:txXfrm>
    </dsp:sp>
    <dsp:sp modelId="{5B3512A7-2C75-43C5-93D2-ABF65A83A875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Offene Stellen &amp; Informationen</a:t>
          </a:r>
        </a:p>
      </dsp:txBody>
      <dsp:txXfrm>
        <a:off x="4095076" y="1992"/>
        <a:ext cx="3034531" cy="1820718"/>
      </dsp:txXfrm>
    </dsp:sp>
    <dsp:sp modelId="{6C564B62-481A-4F6C-B325-EBED700841E3}">
      <dsp:nvSpPr>
        <dsp:cNvPr id="0" name=""/>
        <dsp:cNvSpPr/>
      </dsp:nvSpPr>
      <dsp:spPr>
        <a:xfrm>
          <a:off x="2426084" y="2126164"/>
          <a:ext cx="3034531" cy="18207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Karriereseite: https://nicolay.de/karriere/</a:t>
          </a:r>
        </a:p>
      </dsp:txBody>
      <dsp:txXfrm>
        <a:off x="2426084" y="2126164"/>
        <a:ext cx="3034531" cy="1820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0674C-F80C-4C86-AEFD-79001F1DC986}">
      <dsp:nvSpPr>
        <dsp:cNvPr id="0" name=""/>
        <dsp:cNvSpPr/>
      </dsp:nvSpPr>
      <dsp:spPr>
        <a:xfrm>
          <a:off x="530099" y="691938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C9CD3-76A7-4413-BACF-ED2731491915}">
      <dsp:nvSpPr>
        <dsp:cNvPr id="0" name=""/>
        <dsp:cNvSpPr/>
      </dsp:nvSpPr>
      <dsp:spPr>
        <a:xfrm>
          <a:off x="829912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90C37-0FA5-47C4-BA41-146EDAB68567}">
      <dsp:nvSpPr>
        <dsp:cNvPr id="0" name=""/>
        <dsp:cNvSpPr/>
      </dsp:nvSpPr>
      <dsp:spPr>
        <a:xfrm>
          <a:off x="80381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Gemeinschaft – Glühwein, Punsch &amp; Musik</a:t>
          </a:r>
        </a:p>
      </dsp:txBody>
      <dsp:txXfrm>
        <a:off x="80381" y="2536938"/>
        <a:ext cx="2306250" cy="720000"/>
      </dsp:txXfrm>
    </dsp:sp>
    <dsp:sp modelId="{2088ABBE-95F4-4AF2-B72D-54B87BC37517}">
      <dsp:nvSpPr>
        <dsp:cNvPr id="0" name=""/>
        <dsp:cNvSpPr/>
      </dsp:nvSpPr>
      <dsp:spPr>
        <a:xfrm>
          <a:off x="3239943" y="691938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8BBBC-2606-4E8C-817D-B168FFD6D9BE}">
      <dsp:nvSpPr>
        <dsp:cNvPr id="0" name=""/>
        <dsp:cNvSpPr/>
      </dsp:nvSpPr>
      <dsp:spPr>
        <a:xfrm>
          <a:off x="3539756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FAC99-BC7F-47A9-B903-42DF65B4092F}">
      <dsp:nvSpPr>
        <dsp:cNvPr id="0" name=""/>
        <dsp:cNvSpPr/>
      </dsp:nvSpPr>
      <dsp:spPr>
        <a:xfrm>
          <a:off x="2790224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Jahresabschluss &amp; Dank an alle Mitarbeiter</a:t>
          </a:r>
        </a:p>
      </dsp:txBody>
      <dsp:txXfrm>
        <a:off x="2790224" y="2536938"/>
        <a:ext cx="2306250" cy="720000"/>
      </dsp:txXfrm>
    </dsp:sp>
    <dsp:sp modelId="{E0ED28E9-F7F2-4954-B233-9EC3E1BD605E}">
      <dsp:nvSpPr>
        <dsp:cNvPr id="0" name=""/>
        <dsp:cNvSpPr/>
      </dsp:nvSpPr>
      <dsp:spPr>
        <a:xfrm>
          <a:off x="5949787" y="691938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50CFE-A43E-429B-87D3-26E1725972C5}">
      <dsp:nvSpPr>
        <dsp:cNvPr id="0" name=""/>
        <dsp:cNvSpPr/>
      </dsp:nvSpPr>
      <dsp:spPr>
        <a:xfrm>
          <a:off x="6249600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59280-6A18-4CBF-AD70-1FFE92F9325A}">
      <dsp:nvSpPr>
        <dsp:cNvPr id="0" name=""/>
        <dsp:cNvSpPr/>
      </dsp:nvSpPr>
      <dsp:spPr>
        <a:xfrm>
          <a:off x="5500068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Intern: Bilder/Video: http://srvnicweb/dokuwiki/</a:t>
          </a:r>
        </a:p>
      </dsp:txBody>
      <dsp:txXfrm>
        <a:off x="5500068" y="2536938"/>
        <a:ext cx="23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0437D-433A-484B-9047-BE6B83FFF8F0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Graf-Zeppelin-Str. 21, 72202 Nagold</a:t>
          </a:r>
        </a:p>
      </dsp:txBody>
      <dsp:txXfrm>
        <a:off x="757092" y="1992"/>
        <a:ext cx="3034531" cy="1820718"/>
      </dsp:txXfrm>
    </dsp:sp>
    <dsp:sp modelId="{937E37FB-0178-4C51-9233-2F6747CB9333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Tel: +49 7452 823 0</a:t>
          </a:r>
        </a:p>
      </dsp:txBody>
      <dsp:txXfrm>
        <a:off x="4095076" y="1992"/>
        <a:ext cx="3034531" cy="1820718"/>
      </dsp:txXfrm>
    </dsp:sp>
    <dsp:sp modelId="{79A9E778-E238-408F-8D4E-35D04641BCC4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Mail: info@nicolay.de</a:t>
          </a:r>
        </a:p>
      </dsp:txBody>
      <dsp:txXfrm>
        <a:off x="757092" y="2126164"/>
        <a:ext cx="3034531" cy="1820718"/>
      </dsp:txXfrm>
    </dsp:sp>
    <dsp:sp modelId="{AE1FE308-9823-4133-8129-4BC7DFEBE462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Kontaktseite: https://nicolay.de/kontakt/</a:t>
          </a:r>
        </a:p>
      </dsp:txBody>
      <dsp:txXfrm>
        <a:off x="4095076" y="2126164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093788"/>
            <a:ext cx="7879841" cy="296720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de-DE" sz="6000"/>
              <a:t>Nicolay GmbH – Weihnachtspräsentation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0693" y="4619624"/>
            <a:ext cx="2960084" cy="10382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de-DE" sz="2200"/>
              <a:t>MedTech for Tomorrow – Weihnachts-Dörfle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>
                <a:solidFill>
                  <a:srgbClr val="FFFFFF"/>
                </a:solidFill>
              </a:rPr>
              <a:t>Überblick – Nicolay GmbH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0AB7B6-5E3D-9FA1-2509-6F60AF4021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0344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e-DE" sz="4700"/>
              <a:t>Produkte &amp; Highlight-Lösungen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762810C-64C9-0FD2-5544-BBD787C61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580659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e-DE" sz="4700"/>
              <a:t>Anwendungsbereiche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A62D75-3966-F5BE-0F3F-5597823B3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90668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e-DE" sz="4700"/>
              <a:t>Darum Nicolay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78E896-DDF0-BB3F-0932-479131F7CB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3659686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e-DE" sz="4700"/>
              <a:t>Karriere bei Nicolay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C16B4E-671A-39F6-2C9D-79F36DB441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60689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e-DE" sz="4700"/>
              <a:t>Weihnachts-Dörfle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BEF405-B320-4CFF-A7D6-90803E309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42215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e-DE" sz="4700"/>
              <a:t>Kontakt – Nicolay GmbH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81BF306-2DDF-1FB8-AEB5-D416AE6C1B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7414516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Bildschirmpräsentation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Nicolay GmbH – Weihnachtspräsentation</vt:lpstr>
      <vt:lpstr>Überblick – Nicolay GmbH</vt:lpstr>
      <vt:lpstr>Produkte &amp; Highlight-Lösungen</vt:lpstr>
      <vt:lpstr>Anwendungsbereiche</vt:lpstr>
      <vt:lpstr>Darum Nicolay</vt:lpstr>
      <vt:lpstr>Karriere bei Nicolay</vt:lpstr>
      <vt:lpstr>Weihnachts-Dörfle</vt:lpstr>
      <vt:lpstr>Kontakt – Nicolay GmbH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Gabriela Velasco</cp:lastModifiedBy>
  <cp:revision>2</cp:revision>
  <dcterms:created xsi:type="dcterms:W3CDTF">2013-01-27T09:14:16Z</dcterms:created>
  <dcterms:modified xsi:type="dcterms:W3CDTF">2025-12-10T08:49:02Z</dcterms:modified>
  <cp:category/>
</cp:coreProperties>
</file>